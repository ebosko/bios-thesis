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70" r:id="rId14"/>
    <p:sldId id="267" r:id="rId15"/>
    <p:sldId id="288" r:id="rId16"/>
    <p:sldId id="269" r:id="rId17"/>
    <p:sldId id="281" r:id="rId18"/>
    <p:sldId id="282" r:id="rId19"/>
    <p:sldId id="283" r:id="rId20"/>
    <p:sldId id="277" r:id="rId21"/>
    <p:sldId id="278" r:id="rId22"/>
    <p:sldId id="279" r:id="rId23"/>
    <p:sldId id="280" r:id="rId24"/>
    <p:sldId id="284" r:id="rId25"/>
    <p:sldId id="285" r:id="rId26"/>
    <p:sldId id="286" r:id="rId27"/>
    <p:sldId id="287" r:id="rId28"/>
    <p:sldId id="289" r:id="rId29"/>
    <p:sldId id="273" r:id="rId30"/>
    <p:sldId id="274" r:id="rId31"/>
    <p:sldId id="275" r:id="rId32"/>
    <p:sldId id="27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B9670A-1BD2-4D49-AEB7-650A0CC6DB5C}" v="401" dt="2025-09-29T20:01:50.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p:scale>
          <a:sx n="80" d="100"/>
          <a:sy n="80" d="100"/>
        </p:scale>
        <p:origin x="787"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ward Bosko" userId="3c2d16a148962151" providerId="LiveId" clId="{F6A10AF3-0CDB-483E-AD7A-B6125D5057B1}"/>
    <pc:docChg chg="undo custSel addSld delSld modSld sldOrd">
      <pc:chgData name="Edward Bosko" userId="3c2d16a148962151" providerId="LiveId" clId="{F6A10AF3-0CDB-483E-AD7A-B6125D5057B1}" dt="2025-09-29T20:01:50.893" v="2734" actId="27636"/>
      <pc:docMkLst>
        <pc:docMk/>
      </pc:docMkLst>
      <pc:sldChg chg="modSp mod">
        <pc:chgData name="Edward Bosko" userId="3c2d16a148962151" providerId="LiveId" clId="{F6A10AF3-0CDB-483E-AD7A-B6125D5057B1}" dt="2025-09-22T06:57:44.635" v="96" actId="20577"/>
        <pc:sldMkLst>
          <pc:docMk/>
          <pc:sldMk cId="1822295903" sldId="256"/>
        </pc:sldMkLst>
        <pc:spChg chg="mod">
          <ac:chgData name="Edward Bosko" userId="3c2d16a148962151" providerId="LiveId" clId="{F6A10AF3-0CDB-483E-AD7A-B6125D5057B1}" dt="2025-09-22T06:57:33.741" v="70" actId="27636"/>
          <ac:spMkLst>
            <pc:docMk/>
            <pc:sldMk cId="1822295903" sldId="256"/>
            <ac:spMk id="2" creationId="{E2E39E46-5520-D408-8DDC-789CAAEAE6E6}"/>
          </ac:spMkLst>
        </pc:spChg>
        <pc:spChg chg="mod">
          <ac:chgData name="Edward Bosko" userId="3c2d16a148962151" providerId="LiveId" clId="{F6A10AF3-0CDB-483E-AD7A-B6125D5057B1}" dt="2025-09-22T06:57:44.635" v="96" actId="20577"/>
          <ac:spMkLst>
            <pc:docMk/>
            <pc:sldMk cId="1822295903" sldId="256"/>
            <ac:spMk id="3" creationId="{B95601A7-2A69-BA7E-706F-5506F17DB083}"/>
          </ac:spMkLst>
        </pc:spChg>
      </pc:sldChg>
      <pc:sldChg chg="addSp modSp new mod">
        <pc:chgData name="Edward Bosko" userId="3c2d16a148962151" providerId="LiveId" clId="{F6A10AF3-0CDB-483E-AD7A-B6125D5057B1}" dt="2025-09-22T06:59:16.871" v="103" actId="14100"/>
        <pc:sldMkLst>
          <pc:docMk/>
          <pc:sldMk cId="3290262641" sldId="257"/>
        </pc:sldMkLst>
        <pc:picChg chg="add mod">
          <ac:chgData name="Edward Bosko" userId="3c2d16a148962151" providerId="LiveId" clId="{F6A10AF3-0CDB-483E-AD7A-B6125D5057B1}" dt="2025-09-22T06:59:16.871" v="103" actId="14100"/>
          <ac:picMkLst>
            <pc:docMk/>
            <pc:sldMk cId="3290262641" sldId="257"/>
            <ac:picMk id="3" creationId="{5BF3E767-0783-0080-3005-BCA6FC8236DD}"/>
          </ac:picMkLst>
        </pc:picChg>
      </pc:sldChg>
      <pc:sldChg chg="addSp modSp new mod">
        <pc:chgData name="Edward Bosko" userId="3c2d16a148962151" providerId="LiveId" clId="{F6A10AF3-0CDB-483E-AD7A-B6125D5057B1}" dt="2025-09-22T06:59:50.924" v="110" actId="1076"/>
        <pc:sldMkLst>
          <pc:docMk/>
          <pc:sldMk cId="740713069" sldId="258"/>
        </pc:sldMkLst>
        <pc:picChg chg="add mod">
          <ac:chgData name="Edward Bosko" userId="3c2d16a148962151" providerId="LiveId" clId="{F6A10AF3-0CDB-483E-AD7A-B6125D5057B1}" dt="2025-09-22T06:59:50.924" v="110" actId="1076"/>
          <ac:picMkLst>
            <pc:docMk/>
            <pc:sldMk cId="740713069" sldId="258"/>
            <ac:picMk id="3" creationId="{66AD66EF-13BF-9D5B-5D78-C2C6B8B54AA6}"/>
          </ac:picMkLst>
        </pc:picChg>
      </pc:sldChg>
      <pc:sldChg chg="addSp delSp modSp new mod">
        <pc:chgData name="Edward Bosko" userId="3c2d16a148962151" providerId="LiveId" clId="{F6A10AF3-0CDB-483E-AD7A-B6125D5057B1}" dt="2025-09-22T07:06:33.102" v="175" actId="14100"/>
        <pc:sldMkLst>
          <pc:docMk/>
          <pc:sldMk cId="1924316707" sldId="259"/>
        </pc:sldMkLst>
        <pc:picChg chg="add mod">
          <ac:chgData name="Edward Bosko" userId="3c2d16a148962151" providerId="LiveId" clId="{F6A10AF3-0CDB-483E-AD7A-B6125D5057B1}" dt="2025-09-22T07:03:37.376" v="155" actId="14100"/>
          <ac:picMkLst>
            <pc:docMk/>
            <pc:sldMk cId="1924316707" sldId="259"/>
            <ac:picMk id="3" creationId="{4D68718A-CBB8-E1C7-D710-03EBC171ABAB}"/>
          </ac:picMkLst>
        </pc:picChg>
        <pc:picChg chg="add mod">
          <ac:chgData name="Edward Bosko" userId="3c2d16a148962151" providerId="LiveId" clId="{F6A10AF3-0CDB-483E-AD7A-B6125D5057B1}" dt="2025-09-22T07:06:21.919" v="174" actId="14100"/>
          <ac:picMkLst>
            <pc:docMk/>
            <pc:sldMk cId="1924316707" sldId="259"/>
            <ac:picMk id="9" creationId="{C28FA812-51DB-05E9-B82C-D8CBCEBEC24B}"/>
          </ac:picMkLst>
        </pc:picChg>
        <pc:picChg chg="add mod">
          <ac:chgData name="Edward Bosko" userId="3c2d16a148962151" providerId="LiveId" clId="{F6A10AF3-0CDB-483E-AD7A-B6125D5057B1}" dt="2025-09-22T07:05:09.967" v="168" actId="14100"/>
          <ac:picMkLst>
            <pc:docMk/>
            <pc:sldMk cId="1924316707" sldId="259"/>
            <ac:picMk id="11" creationId="{728865A8-DC74-C749-8F7E-6A168328B1C4}"/>
          </ac:picMkLst>
        </pc:picChg>
        <pc:picChg chg="add mod">
          <ac:chgData name="Edward Bosko" userId="3c2d16a148962151" providerId="LiveId" clId="{F6A10AF3-0CDB-483E-AD7A-B6125D5057B1}" dt="2025-09-22T07:06:33.102" v="175" actId="14100"/>
          <ac:picMkLst>
            <pc:docMk/>
            <pc:sldMk cId="1924316707" sldId="259"/>
            <ac:picMk id="13" creationId="{87E46FA1-D245-5ACA-13F0-4C11F24F6468}"/>
          </ac:picMkLst>
        </pc:picChg>
      </pc:sldChg>
      <pc:sldChg chg="addSp delSp modSp new del mod">
        <pc:chgData name="Edward Bosko" userId="3c2d16a148962151" providerId="LiveId" clId="{F6A10AF3-0CDB-483E-AD7A-B6125D5057B1}" dt="2025-09-22T07:02:12.068" v="137" actId="47"/>
        <pc:sldMkLst>
          <pc:docMk/>
          <pc:sldMk cId="2832342339" sldId="259"/>
        </pc:sldMkLst>
      </pc:sldChg>
      <pc:sldChg chg="addSp delSp modSp new mod">
        <pc:chgData name="Edward Bosko" userId="3c2d16a148962151" providerId="LiveId" clId="{F6A10AF3-0CDB-483E-AD7A-B6125D5057B1}" dt="2025-09-22T07:09:42.598" v="216" actId="14100"/>
        <pc:sldMkLst>
          <pc:docMk/>
          <pc:sldMk cId="3416348977" sldId="260"/>
        </pc:sldMkLst>
        <pc:picChg chg="add mod">
          <ac:chgData name="Edward Bosko" userId="3c2d16a148962151" providerId="LiveId" clId="{F6A10AF3-0CDB-483E-AD7A-B6125D5057B1}" dt="2025-09-22T07:07:32.581" v="186" actId="14100"/>
          <ac:picMkLst>
            <pc:docMk/>
            <pc:sldMk cId="3416348977" sldId="260"/>
            <ac:picMk id="5" creationId="{1DE60971-0A7F-8C17-1027-4A265DC66C7C}"/>
          </ac:picMkLst>
        </pc:picChg>
        <pc:picChg chg="add mod">
          <ac:chgData name="Edward Bosko" userId="3c2d16a148962151" providerId="LiveId" clId="{F6A10AF3-0CDB-483E-AD7A-B6125D5057B1}" dt="2025-09-22T07:08:31.700" v="202" actId="14100"/>
          <ac:picMkLst>
            <pc:docMk/>
            <pc:sldMk cId="3416348977" sldId="260"/>
            <ac:picMk id="11" creationId="{4834EF1D-E34C-9835-6BFF-3A921500D3A5}"/>
          </ac:picMkLst>
        </pc:picChg>
        <pc:picChg chg="add mod">
          <ac:chgData name="Edward Bosko" userId="3c2d16a148962151" providerId="LiveId" clId="{F6A10AF3-0CDB-483E-AD7A-B6125D5057B1}" dt="2025-09-22T07:09:18.129" v="207" actId="14100"/>
          <ac:picMkLst>
            <pc:docMk/>
            <pc:sldMk cId="3416348977" sldId="260"/>
            <ac:picMk id="13" creationId="{65AEAE82-03FD-7A48-EA27-5C81339FAEB6}"/>
          </ac:picMkLst>
        </pc:picChg>
        <pc:picChg chg="add mod">
          <ac:chgData name="Edward Bosko" userId="3c2d16a148962151" providerId="LiveId" clId="{F6A10AF3-0CDB-483E-AD7A-B6125D5057B1}" dt="2025-09-22T07:09:42.598" v="216" actId="14100"/>
          <ac:picMkLst>
            <pc:docMk/>
            <pc:sldMk cId="3416348977" sldId="260"/>
            <ac:picMk id="17" creationId="{C4E2E633-BA1E-A40B-8F59-F3A5B6A20757}"/>
          </ac:picMkLst>
        </pc:picChg>
      </pc:sldChg>
      <pc:sldChg chg="addSp delSp modSp new mod">
        <pc:chgData name="Edward Bosko" userId="3c2d16a148962151" providerId="LiveId" clId="{F6A10AF3-0CDB-483E-AD7A-B6125D5057B1}" dt="2025-09-22T07:11:28.708" v="245" actId="14100"/>
        <pc:sldMkLst>
          <pc:docMk/>
          <pc:sldMk cId="2186345364" sldId="261"/>
        </pc:sldMkLst>
        <pc:picChg chg="add mod">
          <ac:chgData name="Edward Bosko" userId="3c2d16a148962151" providerId="LiveId" clId="{F6A10AF3-0CDB-483E-AD7A-B6125D5057B1}" dt="2025-09-22T07:10:25.719" v="230" actId="14100"/>
          <ac:picMkLst>
            <pc:docMk/>
            <pc:sldMk cId="2186345364" sldId="261"/>
            <ac:picMk id="7" creationId="{8E68A010-3113-5CDC-09C7-3DECF38775F2}"/>
          </ac:picMkLst>
        </pc:picChg>
        <pc:picChg chg="add mod">
          <ac:chgData name="Edward Bosko" userId="3c2d16a148962151" providerId="LiveId" clId="{F6A10AF3-0CDB-483E-AD7A-B6125D5057B1}" dt="2025-09-22T07:10:49.379" v="235" actId="14100"/>
          <ac:picMkLst>
            <pc:docMk/>
            <pc:sldMk cId="2186345364" sldId="261"/>
            <ac:picMk id="9" creationId="{F1EBE16C-3AD3-68DB-A035-466E20DAABDF}"/>
          </ac:picMkLst>
        </pc:picChg>
        <pc:picChg chg="add mod">
          <ac:chgData name="Edward Bosko" userId="3c2d16a148962151" providerId="LiveId" clId="{F6A10AF3-0CDB-483E-AD7A-B6125D5057B1}" dt="2025-09-22T07:11:07.299" v="240" actId="14100"/>
          <ac:picMkLst>
            <pc:docMk/>
            <pc:sldMk cId="2186345364" sldId="261"/>
            <ac:picMk id="11" creationId="{31A65510-EF1D-AE04-F29F-625D24D5F939}"/>
          </ac:picMkLst>
        </pc:picChg>
        <pc:picChg chg="add mod">
          <ac:chgData name="Edward Bosko" userId="3c2d16a148962151" providerId="LiveId" clId="{F6A10AF3-0CDB-483E-AD7A-B6125D5057B1}" dt="2025-09-22T07:11:28.708" v="245" actId="14100"/>
          <ac:picMkLst>
            <pc:docMk/>
            <pc:sldMk cId="2186345364" sldId="261"/>
            <ac:picMk id="13" creationId="{DFC67F44-3B04-00B7-6306-7C0FAFB34C77}"/>
          </ac:picMkLst>
        </pc:picChg>
      </pc:sldChg>
      <pc:sldChg chg="addSp modSp new mod">
        <pc:chgData name="Edward Bosko" userId="3c2d16a148962151" providerId="LiveId" clId="{F6A10AF3-0CDB-483E-AD7A-B6125D5057B1}" dt="2025-09-22T07:12:50.540" v="266" actId="14100"/>
        <pc:sldMkLst>
          <pc:docMk/>
          <pc:sldMk cId="350947112" sldId="262"/>
        </pc:sldMkLst>
        <pc:picChg chg="add mod">
          <ac:chgData name="Edward Bosko" userId="3c2d16a148962151" providerId="LiveId" clId="{F6A10AF3-0CDB-483E-AD7A-B6125D5057B1}" dt="2025-09-22T07:11:54.257" v="251" actId="14100"/>
          <ac:picMkLst>
            <pc:docMk/>
            <pc:sldMk cId="350947112" sldId="262"/>
            <ac:picMk id="3" creationId="{29C95CA7-038E-CE03-9BE4-768809830C33}"/>
          </ac:picMkLst>
        </pc:picChg>
        <pc:picChg chg="add mod">
          <ac:chgData name="Edward Bosko" userId="3c2d16a148962151" providerId="LiveId" clId="{F6A10AF3-0CDB-483E-AD7A-B6125D5057B1}" dt="2025-09-22T07:12:11.774" v="256" actId="14100"/>
          <ac:picMkLst>
            <pc:docMk/>
            <pc:sldMk cId="350947112" sldId="262"/>
            <ac:picMk id="5" creationId="{1AFA08B4-A597-23F9-7111-D27DF7E9471D}"/>
          </ac:picMkLst>
        </pc:picChg>
        <pc:picChg chg="add mod">
          <ac:chgData name="Edward Bosko" userId="3c2d16a148962151" providerId="LiveId" clId="{F6A10AF3-0CDB-483E-AD7A-B6125D5057B1}" dt="2025-09-22T07:12:29.772" v="261" actId="14100"/>
          <ac:picMkLst>
            <pc:docMk/>
            <pc:sldMk cId="350947112" sldId="262"/>
            <ac:picMk id="7" creationId="{3362ADCB-FF9A-0D03-BA9C-AEC3675CCEAB}"/>
          </ac:picMkLst>
        </pc:picChg>
        <pc:picChg chg="add mod">
          <ac:chgData name="Edward Bosko" userId="3c2d16a148962151" providerId="LiveId" clId="{F6A10AF3-0CDB-483E-AD7A-B6125D5057B1}" dt="2025-09-22T07:12:50.540" v="266" actId="14100"/>
          <ac:picMkLst>
            <pc:docMk/>
            <pc:sldMk cId="350947112" sldId="262"/>
            <ac:picMk id="9" creationId="{082A7422-D922-7E2A-FC14-7A143AD989D7}"/>
          </ac:picMkLst>
        </pc:picChg>
      </pc:sldChg>
      <pc:sldChg chg="addSp modSp new mod">
        <pc:chgData name="Edward Bosko" userId="3c2d16a148962151" providerId="LiveId" clId="{F6A10AF3-0CDB-483E-AD7A-B6125D5057B1}" dt="2025-09-22T07:14:18.157" v="287" actId="14100"/>
        <pc:sldMkLst>
          <pc:docMk/>
          <pc:sldMk cId="2380201084" sldId="263"/>
        </pc:sldMkLst>
        <pc:picChg chg="add mod">
          <ac:chgData name="Edward Bosko" userId="3c2d16a148962151" providerId="LiveId" clId="{F6A10AF3-0CDB-483E-AD7A-B6125D5057B1}" dt="2025-09-22T07:13:17.541" v="272" actId="14100"/>
          <ac:picMkLst>
            <pc:docMk/>
            <pc:sldMk cId="2380201084" sldId="263"/>
            <ac:picMk id="3" creationId="{8A242714-AA8B-93CE-D5E3-0A6CE597DB72}"/>
          </ac:picMkLst>
        </pc:picChg>
        <pc:picChg chg="add mod">
          <ac:chgData name="Edward Bosko" userId="3c2d16a148962151" providerId="LiveId" clId="{F6A10AF3-0CDB-483E-AD7A-B6125D5057B1}" dt="2025-09-22T07:13:42.054" v="277" actId="14100"/>
          <ac:picMkLst>
            <pc:docMk/>
            <pc:sldMk cId="2380201084" sldId="263"/>
            <ac:picMk id="5" creationId="{317B24DC-47F9-0B76-4788-AD3FD802397C}"/>
          </ac:picMkLst>
        </pc:picChg>
        <pc:picChg chg="add mod">
          <ac:chgData name="Edward Bosko" userId="3c2d16a148962151" providerId="LiveId" clId="{F6A10AF3-0CDB-483E-AD7A-B6125D5057B1}" dt="2025-09-22T07:14:02.722" v="282" actId="14100"/>
          <ac:picMkLst>
            <pc:docMk/>
            <pc:sldMk cId="2380201084" sldId="263"/>
            <ac:picMk id="7" creationId="{E9B100E6-0067-CF5F-B212-EC72D5287C41}"/>
          </ac:picMkLst>
        </pc:picChg>
        <pc:picChg chg="add mod">
          <ac:chgData name="Edward Bosko" userId="3c2d16a148962151" providerId="LiveId" clId="{F6A10AF3-0CDB-483E-AD7A-B6125D5057B1}" dt="2025-09-22T07:14:18.157" v="287" actId="14100"/>
          <ac:picMkLst>
            <pc:docMk/>
            <pc:sldMk cId="2380201084" sldId="263"/>
            <ac:picMk id="9" creationId="{1F57FF92-C28E-CB96-A959-376E043BD77A}"/>
          </ac:picMkLst>
        </pc:picChg>
      </pc:sldChg>
      <pc:sldChg chg="addSp modSp new mod">
        <pc:chgData name="Edward Bosko" userId="3c2d16a148962151" providerId="LiveId" clId="{F6A10AF3-0CDB-483E-AD7A-B6125D5057B1}" dt="2025-09-22T07:18:40.867" v="308" actId="14100"/>
        <pc:sldMkLst>
          <pc:docMk/>
          <pc:sldMk cId="2800543334" sldId="264"/>
        </pc:sldMkLst>
        <pc:picChg chg="add mod">
          <ac:chgData name="Edward Bosko" userId="3c2d16a148962151" providerId="LiveId" clId="{F6A10AF3-0CDB-483E-AD7A-B6125D5057B1}" dt="2025-09-22T07:17:13.656" v="293" actId="14100"/>
          <ac:picMkLst>
            <pc:docMk/>
            <pc:sldMk cId="2800543334" sldId="264"/>
            <ac:picMk id="3" creationId="{3C1ACB93-28A7-B254-3A72-597B6FDCA0D9}"/>
          </ac:picMkLst>
        </pc:picChg>
        <pc:picChg chg="add mod">
          <ac:chgData name="Edward Bosko" userId="3c2d16a148962151" providerId="LiveId" clId="{F6A10AF3-0CDB-483E-AD7A-B6125D5057B1}" dt="2025-09-22T07:17:29.429" v="298" actId="14100"/>
          <ac:picMkLst>
            <pc:docMk/>
            <pc:sldMk cId="2800543334" sldId="264"/>
            <ac:picMk id="5" creationId="{85B8803B-B94B-C68F-9BEB-8B3DC5DDF999}"/>
          </ac:picMkLst>
        </pc:picChg>
        <pc:picChg chg="add mod">
          <ac:chgData name="Edward Bosko" userId="3c2d16a148962151" providerId="LiveId" clId="{F6A10AF3-0CDB-483E-AD7A-B6125D5057B1}" dt="2025-09-22T07:18:26.253" v="303" actId="14100"/>
          <ac:picMkLst>
            <pc:docMk/>
            <pc:sldMk cId="2800543334" sldId="264"/>
            <ac:picMk id="7" creationId="{10E81A2C-3D9F-9CF4-A08E-FFB16499B434}"/>
          </ac:picMkLst>
        </pc:picChg>
        <pc:picChg chg="add mod">
          <ac:chgData name="Edward Bosko" userId="3c2d16a148962151" providerId="LiveId" clId="{F6A10AF3-0CDB-483E-AD7A-B6125D5057B1}" dt="2025-09-22T07:18:40.867" v="308" actId="14100"/>
          <ac:picMkLst>
            <pc:docMk/>
            <pc:sldMk cId="2800543334" sldId="264"/>
            <ac:picMk id="9" creationId="{0A1E0E48-55D3-C76D-1B41-7D9664B4D26F}"/>
          </ac:picMkLst>
        </pc:picChg>
      </pc:sldChg>
      <pc:sldChg chg="addSp modSp new mod">
        <pc:chgData name="Edward Bosko" userId="3c2d16a148962151" providerId="LiveId" clId="{F6A10AF3-0CDB-483E-AD7A-B6125D5057B1}" dt="2025-09-22T07:20:18.573" v="329" actId="14100"/>
        <pc:sldMkLst>
          <pc:docMk/>
          <pc:sldMk cId="2069033437" sldId="265"/>
        </pc:sldMkLst>
        <pc:picChg chg="add mod">
          <ac:chgData name="Edward Bosko" userId="3c2d16a148962151" providerId="LiveId" clId="{F6A10AF3-0CDB-483E-AD7A-B6125D5057B1}" dt="2025-09-22T07:19:24.461" v="314" actId="14100"/>
          <ac:picMkLst>
            <pc:docMk/>
            <pc:sldMk cId="2069033437" sldId="265"/>
            <ac:picMk id="3" creationId="{704476CC-8DED-47E4-EC9C-61A1767FE49B}"/>
          </ac:picMkLst>
        </pc:picChg>
        <pc:picChg chg="add mod">
          <ac:chgData name="Edward Bosko" userId="3c2d16a148962151" providerId="LiveId" clId="{F6A10AF3-0CDB-483E-AD7A-B6125D5057B1}" dt="2025-09-22T07:19:40.334" v="319" actId="14100"/>
          <ac:picMkLst>
            <pc:docMk/>
            <pc:sldMk cId="2069033437" sldId="265"/>
            <ac:picMk id="5" creationId="{86B510EF-1011-29B1-DD84-27C583FA0305}"/>
          </ac:picMkLst>
        </pc:picChg>
        <pc:picChg chg="add mod">
          <ac:chgData name="Edward Bosko" userId="3c2d16a148962151" providerId="LiveId" clId="{F6A10AF3-0CDB-483E-AD7A-B6125D5057B1}" dt="2025-09-22T07:19:58.649" v="324" actId="14100"/>
          <ac:picMkLst>
            <pc:docMk/>
            <pc:sldMk cId="2069033437" sldId="265"/>
            <ac:picMk id="7" creationId="{2D5C0AC0-E83A-B0C5-0C24-356B972AA74A}"/>
          </ac:picMkLst>
        </pc:picChg>
        <pc:picChg chg="add mod">
          <ac:chgData name="Edward Bosko" userId="3c2d16a148962151" providerId="LiveId" clId="{F6A10AF3-0CDB-483E-AD7A-B6125D5057B1}" dt="2025-09-22T07:20:18.573" v="329" actId="14100"/>
          <ac:picMkLst>
            <pc:docMk/>
            <pc:sldMk cId="2069033437" sldId="265"/>
            <ac:picMk id="9" creationId="{B1CDA7E0-E46B-F396-0404-01BC943CB48B}"/>
          </ac:picMkLst>
        </pc:picChg>
      </pc:sldChg>
      <pc:sldChg chg="addSp modSp new mod">
        <pc:chgData name="Edward Bosko" userId="3c2d16a148962151" providerId="LiveId" clId="{F6A10AF3-0CDB-483E-AD7A-B6125D5057B1}" dt="2025-09-22T07:21:55.369" v="350" actId="14100"/>
        <pc:sldMkLst>
          <pc:docMk/>
          <pc:sldMk cId="506688405" sldId="266"/>
        </pc:sldMkLst>
        <pc:picChg chg="add mod">
          <ac:chgData name="Edward Bosko" userId="3c2d16a148962151" providerId="LiveId" clId="{F6A10AF3-0CDB-483E-AD7A-B6125D5057B1}" dt="2025-09-22T07:21:02.392" v="335" actId="14100"/>
          <ac:picMkLst>
            <pc:docMk/>
            <pc:sldMk cId="506688405" sldId="266"/>
            <ac:picMk id="3" creationId="{28EDFBA3-545C-9F54-3919-D6E060822A7C}"/>
          </ac:picMkLst>
        </pc:picChg>
        <pc:picChg chg="add mod">
          <ac:chgData name="Edward Bosko" userId="3c2d16a148962151" providerId="LiveId" clId="{F6A10AF3-0CDB-483E-AD7A-B6125D5057B1}" dt="2025-09-22T07:21:17.456" v="340" actId="14100"/>
          <ac:picMkLst>
            <pc:docMk/>
            <pc:sldMk cId="506688405" sldId="266"/>
            <ac:picMk id="5" creationId="{AA9C4E3C-4FC7-9B80-39C7-9DE0CA6E2B92}"/>
          </ac:picMkLst>
        </pc:picChg>
        <pc:picChg chg="add mod">
          <ac:chgData name="Edward Bosko" userId="3c2d16a148962151" providerId="LiveId" clId="{F6A10AF3-0CDB-483E-AD7A-B6125D5057B1}" dt="2025-09-22T07:21:32.970" v="345" actId="14100"/>
          <ac:picMkLst>
            <pc:docMk/>
            <pc:sldMk cId="506688405" sldId="266"/>
            <ac:picMk id="7" creationId="{5EEF7585-D882-156B-2539-740DC916DFF8}"/>
          </ac:picMkLst>
        </pc:picChg>
        <pc:picChg chg="add mod">
          <ac:chgData name="Edward Bosko" userId="3c2d16a148962151" providerId="LiveId" clId="{F6A10AF3-0CDB-483E-AD7A-B6125D5057B1}" dt="2025-09-22T07:21:55.369" v="350" actId="14100"/>
          <ac:picMkLst>
            <pc:docMk/>
            <pc:sldMk cId="506688405" sldId="266"/>
            <ac:picMk id="9" creationId="{6F85AA78-ECBC-4FC5-0BDF-4F076E835212}"/>
          </ac:picMkLst>
        </pc:picChg>
      </pc:sldChg>
      <pc:sldChg chg="modSp new mod">
        <pc:chgData name="Edward Bosko" userId="3c2d16a148962151" providerId="LiveId" clId="{F6A10AF3-0CDB-483E-AD7A-B6125D5057B1}" dt="2025-09-29T19:47:48.030" v="2562" actId="20577"/>
        <pc:sldMkLst>
          <pc:docMk/>
          <pc:sldMk cId="3673779851" sldId="267"/>
        </pc:sldMkLst>
        <pc:spChg chg="mod">
          <ac:chgData name="Edward Bosko" userId="3c2d16a148962151" providerId="LiveId" clId="{F6A10AF3-0CDB-483E-AD7A-B6125D5057B1}" dt="2025-09-29T19:47:20.822" v="2559" actId="20577"/>
          <ac:spMkLst>
            <pc:docMk/>
            <pc:sldMk cId="3673779851" sldId="267"/>
            <ac:spMk id="2" creationId="{362B7174-4679-494A-352A-0E1971B847D6}"/>
          </ac:spMkLst>
        </pc:spChg>
        <pc:spChg chg="mod">
          <ac:chgData name="Edward Bosko" userId="3c2d16a148962151" providerId="LiveId" clId="{F6A10AF3-0CDB-483E-AD7A-B6125D5057B1}" dt="2025-09-29T19:47:48.030" v="2562" actId="20577"/>
          <ac:spMkLst>
            <pc:docMk/>
            <pc:sldMk cId="3673779851" sldId="267"/>
            <ac:spMk id="3" creationId="{BEE573DE-5D0A-891D-AE96-3CD792542072}"/>
          </ac:spMkLst>
        </pc:spChg>
      </pc:sldChg>
      <pc:sldChg chg="delSp modSp new mod">
        <pc:chgData name="Edward Bosko" userId="3c2d16a148962151" providerId="LiveId" clId="{F6A10AF3-0CDB-483E-AD7A-B6125D5057B1}" dt="2025-09-26T20:24:30.353" v="436" actId="478"/>
        <pc:sldMkLst>
          <pc:docMk/>
          <pc:sldMk cId="465452336" sldId="268"/>
        </pc:sldMkLst>
        <pc:spChg chg="mod">
          <ac:chgData name="Edward Bosko" userId="3c2d16a148962151" providerId="LiveId" clId="{F6A10AF3-0CDB-483E-AD7A-B6125D5057B1}" dt="2025-09-26T20:24:25.089" v="435" actId="20577"/>
          <ac:spMkLst>
            <pc:docMk/>
            <pc:sldMk cId="465452336" sldId="268"/>
            <ac:spMk id="2" creationId="{CC07240D-3393-9EFE-50C3-A7CF5C1B4D90}"/>
          </ac:spMkLst>
        </pc:spChg>
      </pc:sldChg>
      <pc:sldChg chg="modSp add mod">
        <pc:chgData name="Edward Bosko" userId="3c2d16a148962151" providerId="LiveId" clId="{F6A10AF3-0CDB-483E-AD7A-B6125D5057B1}" dt="2025-09-29T19:48:51.319" v="2578" actId="20577"/>
        <pc:sldMkLst>
          <pc:docMk/>
          <pc:sldMk cId="3494810110" sldId="269"/>
        </pc:sldMkLst>
        <pc:spChg chg="mod">
          <ac:chgData name="Edward Bosko" userId="3c2d16a148962151" providerId="LiveId" clId="{F6A10AF3-0CDB-483E-AD7A-B6125D5057B1}" dt="2025-09-29T19:48:51.319" v="2578" actId="20577"/>
          <ac:spMkLst>
            <pc:docMk/>
            <pc:sldMk cId="3494810110" sldId="269"/>
            <ac:spMk id="2" creationId="{1CAC54C7-036B-458B-FCBF-E7FD71AAEEE7}"/>
          </ac:spMkLst>
        </pc:spChg>
        <pc:spChg chg="mod">
          <ac:chgData name="Edward Bosko" userId="3c2d16a148962151" providerId="LiveId" clId="{F6A10AF3-0CDB-483E-AD7A-B6125D5057B1}" dt="2025-09-29T17:37:09.417" v="760" actId="20577"/>
          <ac:spMkLst>
            <pc:docMk/>
            <pc:sldMk cId="3494810110" sldId="269"/>
            <ac:spMk id="3" creationId="{153F3C6C-B68C-8DD1-114E-11F21B2438B1}"/>
          </ac:spMkLst>
        </pc:spChg>
      </pc:sldChg>
      <pc:sldChg chg="modSp add mod ord">
        <pc:chgData name="Edward Bosko" userId="3c2d16a148962151" providerId="LiveId" clId="{F6A10AF3-0CDB-483E-AD7A-B6125D5057B1}" dt="2025-09-29T17:53:09.700" v="1465"/>
        <pc:sldMkLst>
          <pc:docMk/>
          <pc:sldMk cId="2839807298" sldId="270"/>
        </pc:sldMkLst>
        <pc:spChg chg="mod">
          <ac:chgData name="Edward Bosko" userId="3c2d16a148962151" providerId="LiveId" clId="{F6A10AF3-0CDB-483E-AD7A-B6125D5057B1}" dt="2025-09-29T17:39:35.869" v="781" actId="20577"/>
          <ac:spMkLst>
            <pc:docMk/>
            <pc:sldMk cId="2839807298" sldId="270"/>
            <ac:spMk id="2" creationId="{294CB52E-8699-CE7E-F45D-39AD77721B96}"/>
          </ac:spMkLst>
        </pc:spChg>
      </pc:sldChg>
      <pc:sldChg chg="modSp new del mod">
        <pc:chgData name="Edward Bosko" userId="3c2d16a148962151" providerId="LiveId" clId="{F6A10AF3-0CDB-483E-AD7A-B6125D5057B1}" dt="2025-09-29T17:40:43.032" v="795" actId="47"/>
        <pc:sldMkLst>
          <pc:docMk/>
          <pc:sldMk cId="2776510581" sldId="271"/>
        </pc:sldMkLst>
        <pc:spChg chg="mod">
          <ac:chgData name="Edward Bosko" userId="3c2d16a148962151" providerId="LiveId" clId="{F6A10AF3-0CDB-483E-AD7A-B6125D5057B1}" dt="2025-09-29T17:40:23.982" v="793" actId="20577"/>
          <ac:spMkLst>
            <pc:docMk/>
            <pc:sldMk cId="2776510581" sldId="271"/>
            <ac:spMk id="2" creationId="{EE7691CD-FBE2-F838-1585-D6663C1B8EF1}"/>
          </ac:spMkLst>
        </pc:spChg>
      </pc:sldChg>
      <pc:sldChg chg="addSp delSp modSp new del mod">
        <pc:chgData name="Edward Bosko" userId="3c2d16a148962151" providerId="LiveId" clId="{F6A10AF3-0CDB-483E-AD7A-B6125D5057B1}" dt="2025-09-29T18:16:13.808" v="1798" actId="47"/>
        <pc:sldMkLst>
          <pc:docMk/>
          <pc:sldMk cId="2603469010" sldId="272"/>
        </pc:sldMkLst>
        <pc:spChg chg="mod">
          <ac:chgData name="Edward Bosko" userId="3c2d16a148962151" providerId="LiveId" clId="{F6A10AF3-0CDB-483E-AD7A-B6125D5057B1}" dt="2025-09-29T17:40:48.221" v="810" actId="20577"/>
          <ac:spMkLst>
            <pc:docMk/>
            <pc:sldMk cId="2603469010" sldId="272"/>
            <ac:spMk id="2" creationId="{6BC63ED2-82E6-E8C6-6E48-B03CC2F29665}"/>
          </ac:spMkLst>
        </pc:spChg>
        <pc:spChg chg="mod">
          <ac:chgData name="Edward Bosko" userId="3c2d16a148962151" providerId="LiveId" clId="{F6A10AF3-0CDB-483E-AD7A-B6125D5057B1}" dt="2025-09-29T17:43:11.120" v="1100" actId="403"/>
          <ac:spMkLst>
            <pc:docMk/>
            <pc:sldMk cId="2603469010" sldId="272"/>
            <ac:spMk id="3" creationId="{698EA236-8294-B599-FD8D-3BCD672090F8}"/>
          </ac:spMkLst>
        </pc:spChg>
        <pc:spChg chg="del">
          <ac:chgData name="Edward Bosko" userId="3c2d16a148962151" providerId="LiveId" clId="{F6A10AF3-0CDB-483E-AD7A-B6125D5057B1}" dt="2025-09-29T17:43:47.377" v="1101" actId="22"/>
          <ac:spMkLst>
            <pc:docMk/>
            <pc:sldMk cId="2603469010" sldId="272"/>
            <ac:spMk id="4" creationId="{F6045B6F-2095-0303-1806-51B838F8034E}"/>
          </ac:spMkLst>
        </pc:spChg>
        <pc:picChg chg="add mod ord">
          <ac:chgData name="Edward Bosko" userId="3c2d16a148962151" providerId="LiveId" clId="{F6A10AF3-0CDB-483E-AD7A-B6125D5057B1}" dt="2025-09-29T17:43:57.322" v="1105" actId="1076"/>
          <ac:picMkLst>
            <pc:docMk/>
            <pc:sldMk cId="2603469010" sldId="272"/>
            <ac:picMk id="6" creationId="{FD7C8C2A-89E4-7E81-0744-708E0D523F0E}"/>
          </ac:picMkLst>
        </pc:picChg>
        <pc:picChg chg="add del">
          <ac:chgData name="Edward Bosko" userId="3c2d16a148962151" providerId="LiveId" clId="{F6A10AF3-0CDB-483E-AD7A-B6125D5057B1}" dt="2025-09-29T17:44:55.534" v="1107" actId="22"/>
          <ac:picMkLst>
            <pc:docMk/>
            <pc:sldMk cId="2603469010" sldId="272"/>
            <ac:picMk id="8" creationId="{A643D5EF-A4AE-E134-C989-98549A818933}"/>
          </ac:picMkLst>
        </pc:picChg>
      </pc:sldChg>
      <pc:sldChg chg="modSp add mod">
        <pc:chgData name="Edward Bosko" userId="3c2d16a148962151" providerId="LiveId" clId="{F6A10AF3-0CDB-483E-AD7A-B6125D5057B1}" dt="2025-09-29T20:01:50.893" v="2734" actId="27636"/>
        <pc:sldMkLst>
          <pc:docMk/>
          <pc:sldMk cId="3331784394" sldId="273"/>
        </pc:sldMkLst>
        <pc:spChg chg="mod">
          <ac:chgData name="Edward Bosko" userId="3c2d16a148962151" providerId="LiveId" clId="{F6A10AF3-0CDB-483E-AD7A-B6125D5057B1}" dt="2025-09-29T20:01:50.893" v="2734" actId="27636"/>
          <ac:spMkLst>
            <pc:docMk/>
            <pc:sldMk cId="3331784394" sldId="273"/>
            <ac:spMk id="3" creationId="{509D5378-B6CA-C9A4-6C83-743103A98CA8}"/>
          </ac:spMkLst>
        </pc:spChg>
      </pc:sldChg>
      <pc:sldChg chg="addSp delSp modSp new mod">
        <pc:chgData name="Edward Bosko" userId="3c2d16a148962151" providerId="LiveId" clId="{F6A10AF3-0CDB-483E-AD7A-B6125D5057B1}" dt="2025-09-29T18:42:22.362" v="1925" actId="113"/>
        <pc:sldMkLst>
          <pc:docMk/>
          <pc:sldMk cId="1030211059" sldId="274"/>
        </pc:sldMkLst>
        <pc:spChg chg="mod">
          <ac:chgData name="Edward Bosko" userId="3c2d16a148962151" providerId="LiveId" clId="{F6A10AF3-0CDB-483E-AD7A-B6125D5057B1}" dt="2025-09-29T17:54:15.377" v="1477" actId="20577"/>
          <ac:spMkLst>
            <pc:docMk/>
            <pc:sldMk cId="1030211059" sldId="274"/>
            <ac:spMk id="2" creationId="{F16B871B-29AB-23AF-09EF-5D9E07B2EC96}"/>
          </ac:spMkLst>
        </pc:spChg>
        <pc:spChg chg="mod">
          <ac:chgData name="Edward Bosko" userId="3c2d16a148962151" providerId="LiveId" clId="{F6A10AF3-0CDB-483E-AD7A-B6125D5057B1}" dt="2025-09-29T18:42:22.362" v="1925" actId="113"/>
          <ac:spMkLst>
            <pc:docMk/>
            <pc:sldMk cId="1030211059" sldId="274"/>
            <ac:spMk id="3" creationId="{BB1FCE39-0A28-7FAE-3637-635305E29A4A}"/>
          </ac:spMkLst>
        </pc:spChg>
        <pc:spChg chg="del">
          <ac:chgData name="Edward Bosko" userId="3c2d16a148962151" providerId="LiveId" clId="{F6A10AF3-0CDB-483E-AD7A-B6125D5057B1}" dt="2025-09-29T17:46:48.026" v="1137"/>
          <ac:spMkLst>
            <pc:docMk/>
            <pc:sldMk cId="1030211059" sldId="274"/>
            <ac:spMk id="4" creationId="{A1AB7D6B-02B6-8CA0-40DD-4E1C5CBF88FC}"/>
          </ac:spMkLst>
        </pc:spChg>
        <pc:spChg chg="add del mod">
          <ac:chgData name="Edward Bosko" userId="3c2d16a148962151" providerId="LiveId" clId="{F6A10AF3-0CDB-483E-AD7A-B6125D5057B1}" dt="2025-09-29T17:48:20.891" v="1152" actId="22"/>
          <ac:spMkLst>
            <pc:docMk/>
            <pc:sldMk cId="1030211059" sldId="274"/>
            <ac:spMk id="5" creationId="{ED764214-668C-9586-6985-ADD06A0FA7F8}"/>
          </ac:spMkLst>
        </pc:spChg>
        <pc:spChg chg="add del mod">
          <ac:chgData name="Edward Bosko" userId="3c2d16a148962151" providerId="LiveId" clId="{F6A10AF3-0CDB-483E-AD7A-B6125D5057B1}" dt="2025-09-29T17:47:46.138" v="1145" actId="478"/>
          <ac:spMkLst>
            <pc:docMk/>
            <pc:sldMk cId="1030211059" sldId="274"/>
            <ac:spMk id="8" creationId="{ECFA27B8-60A6-E7FA-0592-3AA9AA58CB44}"/>
          </ac:spMkLst>
        </pc:spChg>
        <pc:picChg chg="add del mod">
          <ac:chgData name="Edward Bosko" userId="3c2d16a148962151" providerId="LiveId" clId="{F6A10AF3-0CDB-483E-AD7A-B6125D5057B1}" dt="2025-09-29T17:47:49.498" v="1151"/>
          <ac:picMkLst>
            <pc:docMk/>
            <pc:sldMk cId="1030211059" sldId="274"/>
            <ac:picMk id="6" creationId="{BB874B44-B259-9F9D-399A-C9AEAF6D2A95}"/>
          </ac:picMkLst>
        </pc:picChg>
        <pc:picChg chg="add mod ord">
          <ac:chgData name="Edward Bosko" userId="3c2d16a148962151" providerId="LiveId" clId="{F6A10AF3-0CDB-483E-AD7A-B6125D5057B1}" dt="2025-09-29T17:50:41.759" v="1270" actId="1076"/>
          <ac:picMkLst>
            <pc:docMk/>
            <pc:sldMk cId="1030211059" sldId="274"/>
            <ac:picMk id="10" creationId="{A9CE9201-A8A8-9466-8FFD-D1C62AAD73C0}"/>
          </ac:picMkLst>
        </pc:picChg>
        <pc:picChg chg="add mod">
          <ac:chgData name="Edward Bosko" userId="3c2d16a148962151" providerId="LiveId" clId="{F6A10AF3-0CDB-483E-AD7A-B6125D5057B1}" dt="2025-09-29T17:50:39.397" v="1269" actId="1076"/>
          <ac:picMkLst>
            <pc:docMk/>
            <pc:sldMk cId="1030211059" sldId="274"/>
            <ac:picMk id="12" creationId="{011029BC-870D-A3D3-30E3-6E52C302229C}"/>
          </ac:picMkLst>
        </pc:picChg>
      </pc:sldChg>
      <pc:sldChg chg="addSp delSp modSp new mod">
        <pc:chgData name="Edward Bosko" userId="3c2d16a148962151" providerId="LiveId" clId="{F6A10AF3-0CDB-483E-AD7A-B6125D5057B1}" dt="2025-09-29T18:39:27.834" v="1911" actId="1076"/>
        <pc:sldMkLst>
          <pc:docMk/>
          <pc:sldMk cId="146257836" sldId="275"/>
        </pc:sldMkLst>
        <pc:spChg chg="mod">
          <ac:chgData name="Edward Bosko" userId="3c2d16a148962151" providerId="LiveId" clId="{F6A10AF3-0CDB-483E-AD7A-B6125D5057B1}" dt="2025-09-29T17:54:22.016" v="1489" actId="20577"/>
          <ac:spMkLst>
            <pc:docMk/>
            <pc:sldMk cId="146257836" sldId="275"/>
            <ac:spMk id="2" creationId="{A1823ADE-1E6B-86C7-85E9-634CD6D01E7B}"/>
          </ac:spMkLst>
        </pc:spChg>
        <pc:spChg chg="mod">
          <ac:chgData name="Edward Bosko" userId="3c2d16a148962151" providerId="LiveId" clId="{F6A10AF3-0CDB-483E-AD7A-B6125D5057B1}" dt="2025-09-29T18:39:27.834" v="1911" actId="1076"/>
          <ac:spMkLst>
            <pc:docMk/>
            <pc:sldMk cId="146257836" sldId="275"/>
            <ac:spMk id="3" creationId="{4091F367-EBAF-1A32-914C-24B6AF95BC0A}"/>
          </ac:spMkLst>
        </pc:spChg>
        <pc:spChg chg="del">
          <ac:chgData name="Edward Bosko" userId="3c2d16a148962151" providerId="LiveId" clId="{F6A10AF3-0CDB-483E-AD7A-B6125D5057B1}" dt="2025-09-29T18:02:58.650" v="1504" actId="22"/>
          <ac:spMkLst>
            <pc:docMk/>
            <pc:sldMk cId="146257836" sldId="275"/>
            <ac:spMk id="4" creationId="{13B224FF-5C5D-9BE8-27CE-E26E6C6E3221}"/>
          </ac:spMkLst>
        </pc:spChg>
        <pc:picChg chg="add mod ord">
          <ac:chgData name="Edward Bosko" userId="3c2d16a148962151" providerId="LiveId" clId="{F6A10AF3-0CDB-483E-AD7A-B6125D5057B1}" dt="2025-09-29T18:03:26.951" v="1509" actId="14100"/>
          <ac:picMkLst>
            <pc:docMk/>
            <pc:sldMk cId="146257836" sldId="275"/>
            <ac:picMk id="6" creationId="{6E100F69-22AD-ADB1-F84D-3696F3817C52}"/>
          </ac:picMkLst>
        </pc:picChg>
      </pc:sldChg>
      <pc:sldChg chg="addSp delSp modSp add mod">
        <pc:chgData name="Edward Bosko" userId="3c2d16a148962151" providerId="LiveId" clId="{F6A10AF3-0CDB-483E-AD7A-B6125D5057B1}" dt="2025-09-29T18:09:04.103" v="1767" actId="20577"/>
        <pc:sldMkLst>
          <pc:docMk/>
          <pc:sldMk cId="3201598551" sldId="276"/>
        </pc:sldMkLst>
        <pc:spChg chg="mod">
          <ac:chgData name="Edward Bosko" userId="3c2d16a148962151" providerId="LiveId" clId="{F6A10AF3-0CDB-483E-AD7A-B6125D5057B1}" dt="2025-09-29T18:09:04.103" v="1767" actId="20577"/>
          <ac:spMkLst>
            <pc:docMk/>
            <pc:sldMk cId="3201598551" sldId="276"/>
            <ac:spMk id="3" creationId="{04B126ED-75B8-8F3D-6738-F5F0411FF349}"/>
          </ac:spMkLst>
        </pc:spChg>
        <pc:spChg chg="add del mod">
          <ac:chgData name="Edward Bosko" userId="3c2d16a148962151" providerId="LiveId" clId="{F6A10AF3-0CDB-483E-AD7A-B6125D5057B1}" dt="2025-09-29T18:08:20.251" v="1743" actId="478"/>
          <ac:spMkLst>
            <pc:docMk/>
            <pc:sldMk cId="3201598551" sldId="276"/>
            <ac:spMk id="8" creationId="{F8969AD1-796F-645E-AA82-988B6A459F07}"/>
          </ac:spMkLst>
        </pc:spChg>
        <pc:picChg chg="add mod">
          <ac:chgData name="Edward Bosko" userId="3c2d16a148962151" providerId="LiveId" clId="{F6A10AF3-0CDB-483E-AD7A-B6125D5057B1}" dt="2025-09-29T18:08:33.953" v="1746" actId="1076"/>
          <ac:picMkLst>
            <pc:docMk/>
            <pc:sldMk cId="3201598551" sldId="276"/>
            <ac:picMk id="5" creationId="{4FF3DB94-D3F5-8C34-18B3-0CF203561046}"/>
          </ac:picMkLst>
        </pc:picChg>
        <pc:picChg chg="del">
          <ac:chgData name="Edward Bosko" userId="3c2d16a148962151" providerId="LiveId" clId="{F6A10AF3-0CDB-483E-AD7A-B6125D5057B1}" dt="2025-09-29T18:08:17.555" v="1742" actId="478"/>
          <ac:picMkLst>
            <pc:docMk/>
            <pc:sldMk cId="3201598551" sldId="276"/>
            <ac:picMk id="6" creationId="{B23FCDC2-9748-322B-8C6C-E0E96958FEEB}"/>
          </ac:picMkLst>
        </pc:picChg>
      </pc:sldChg>
      <pc:sldChg chg="addSp delSp modSp add mod">
        <pc:chgData name="Edward Bosko" userId="3c2d16a148962151" providerId="LiveId" clId="{F6A10AF3-0CDB-483E-AD7A-B6125D5057B1}" dt="2025-09-29T20:00:44.234" v="2714" actId="20577"/>
        <pc:sldMkLst>
          <pc:docMk/>
          <pc:sldMk cId="2477198970" sldId="277"/>
        </pc:sldMkLst>
        <pc:spChg chg="mod">
          <ac:chgData name="Edward Bosko" userId="3c2d16a148962151" providerId="LiveId" clId="{F6A10AF3-0CDB-483E-AD7A-B6125D5057B1}" dt="2025-09-29T18:12:33.174" v="1782" actId="20577"/>
          <ac:spMkLst>
            <pc:docMk/>
            <pc:sldMk cId="2477198970" sldId="277"/>
            <ac:spMk id="2" creationId="{194D2072-292C-918E-FBAB-F86DC5DA604A}"/>
          </ac:spMkLst>
        </pc:spChg>
        <pc:spChg chg="mod">
          <ac:chgData name="Edward Bosko" userId="3c2d16a148962151" providerId="LiveId" clId="{F6A10AF3-0CDB-483E-AD7A-B6125D5057B1}" dt="2025-09-29T20:00:44.234" v="2714" actId="20577"/>
          <ac:spMkLst>
            <pc:docMk/>
            <pc:sldMk cId="2477198970" sldId="277"/>
            <ac:spMk id="3" creationId="{8108CE0D-F38D-4EB2-845C-C6932F7D4E30}"/>
          </ac:spMkLst>
        </pc:spChg>
        <pc:spChg chg="add del mod">
          <ac:chgData name="Edward Bosko" userId="3c2d16a148962151" providerId="LiveId" clId="{F6A10AF3-0CDB-483E-AD7A-B6125D5057B1}" dt="2025-09-29T18:12:53.578" v="1784" actId="22"/>
          <ac:spMkLst>
            <pc:docMk/>
            <pc:sldMk cId="2477198970" sldId="277"/>
            <ac:spMk id="5" creationId="{9C4F4515-25E0-42C8-0F17-9B9A029E0DAD}"/>
          </ac:spMkLst>
        </pc:spChg>
        <pc:spChg chg="add del mod">
          <ac:chgData name="Edward Bosko" userId="3c2d16a148962151" providerId="LiveId" clId="{F6A10AF3-0CDB-483E-AD7A-B6125D5057B1}" dt="2025-09-29T18:14:38.114" v="1786" actId="22"/>
          <ac:spMkLst>
            <pc:docMk/>
            <pc:sldMk cId="2477198970" sldId="277"/>
            <ac:spMk id="10" creationId="{80BED85D-C58E-EBE5-F220-D10A31B2A12D}"/>
          </ac:spMkLst>
        </pc:spChg>
        <pc:picChg chg="del">
          <ac:chgData name="Edward Bosko" userId="3c2d16a148962151" providerId="LiveId" clId="{F6A10AF3-0CDB-483E-AD7A-B6125D5057B1}" dt="2025-09-29T18:12:44.546" v="1783" actId="478"/>
          <ac:picMkLst>
            <pc:docMk/>
            <pc:sldMk cId="2477198970" sldId="277"/>
            <ac:picMk id="6" creationId="{0071339F-5BA0-6232-ED18-C1C46D76E323}"/>
          </ac:picMkLst>
        </pc:picChg>
        <pc:picChg chg="add del mod ord">
          <ac:chgData name="Edward Bosko" userId="3c2d16a148962151" providerId="LiveId" clId="{F6A10AF3-0CDB-483E-AD7A-B6125D5057B1}" dt="2025-09-29T18:14:36.450" v="1785" actId="478"/>
          <ac:picMkLst>
            <pc:docMk/>
            <pc:sldMk cId="2477198970" sldId="277"/>
            <ac:picMk id="8" creationId="{3BFF1B7C-2378-B064-ACB6-F4476FC9648A}"/>
          </ac:picMkLst>
        </pc:picChg>
        <pc:picChg chg="add mod ord">
          <ac:chgData name="Edward Bosko" userId="3c2d16a148962151" providerId="LiveId" clId="{F6A10AF3-0CDB-483E-AD7A-B6125D5057B1}" dt="2025-09-29T18:15:16.996" v="1797" actId="1076"/>
          <ac:picMkLst>
            <pc:docMk/>
            <pc:sldMk cId="2477198970" sldId="277"/>
            <ac:picMk id="12" creationId="{8BA3776B-92CB-E8D0-1E38-63A2BDE4B762}"/>
          </ac:picMkLst>
        </pc:picChg>
      </pc:sldChg>
      <pc:sldChg chg="addSp delSp modSp add mod">
        <pc:chgData name="Edward Bosko" userId="3c2d16a148962151" providerId="LiveId" clId="{F6A10AF3-0CDB-483E-AD7A-B6125D5057B1}" dt="2025-09-29T18:34:48.760" v="1877" actId="113"/>
        <pc:sldMkLst>
          <pc:docMk/>
          <pc:sldMk cId="69493462" sldId="278"/>
        </pc:sldMkLst>
        <pc:spChg chg="mod">
          <ac:chgData name="Edward Bosko" userId="3c2d16a148962151" providerId="LiveId" clId="{F6A10AF3-0CDB-483E-AD7A-B6125D5057B1}" dt="2025-09-29T18:30:55.067" v="1824" actId="20577"/>
          <ac:spMkLst>
            <pc:docMk/>
            <pc:sldMk cId="69493462" sldId="278"/>
            <ac:spMk id="2" creationId="{7F5470E3-A4E5-8F21-1D9E-AE77ABDEE2AC}"/>
          </ac:spMkLst>
        </pc:spChg>
        <pc:spChg chg="mod">
          <ac:chgData name="Edward Bosko" userId="3c2d16a148962151" providerId="LiveId" clId="{F6A10AF3-0CDB-483E-AD7A-B6125D5057B1}" dt="2025-09-29T18:34:48.760" v="1877" actId="113"/>
          <ac:spMkLst>
            <pc:docMk/>
            <pc:sldMk cId="69493462" sldId="278"/>
            <ac:spMk id="3" creationId="{E60D7854-E7C8-6821-B9EA-CC97804F26CE}"/>
          </ac:spMkLst>
        </pc:spChg>
        <pc:spChg chg="add del mod">
          <ac:chgData name="Edward Bosko" userId="3c2d16a148962151" providerId="LiveId" clId="{F6A10AF3-0CDB-483E-AD7A-B6125D5057B1}" dt="2025-09-29T18:32:51.964" v="1833" actId="478"/>
          <ac:spMkLst>
            <pc:docMk/>
            <pc:sldMk cId="69493462" sldId="278"/>
            <ac:spMk id="6" creationId="{A24101A2-4643-3820-BBCF-C80CF5BBA5DA}"/>
          </ac:spMkLst>
        </pc:spChg>
        <pc:picChg chg="add mod">
          <ac:chgData name="Edward Bosko" userId="3c2d16a148962151" providerId="LiveId" clId="{F6A10AF3-0CDB-483E-AD7A-B6125D5057B1}" dt="2025-09-29T18:31:48.991" v="1831" actId="14100"/>
          <ac:picMkLst>
            <pc:docMk/>
            <pc:sldMk cId="69493462" sldId="278"/>
            <ac:picMk id="5" creationId="{2F9CC9EF-F69D-B8F0-A19B-C113662F1C05}"/>
          </ac:picMkLst>
        </pc:picChg>
        <pc:picChg chg="add mod">
          <ac:chgData name="Edward Bosko" userId="3c2d16a148962151" providerId="LiveId" clId="{F6A10AF3-0CDB-483E-AD7A-B6125D5057B1}" dt="2025-09-29T18:33:03.151" v="1837" actId="14100"/>
          <ac:picMkLst>
            <pc:docMk/>
            <pc:sldMk cId="69493462" sldId="278"/>
            <ac:picMk id="8" creationId="{B1A351D1-E679-DFE0-8EC8-FCC532CD9E9D}"/>
          </ac:picMkLst>
        </pc:picChg>
        <pc:picChg chg="del">
          <ac:chgData name="Edward Bosko" userId="3c2d16a148962151" providerId="LiveId" clId="{F6A10AF3-0CDB-483E-AD7A-B6125D5057B1}" dt="2025-09-29T18:31:52.624" v="1832" actId="478"/>
          <ac:picMkLst>
            <pc:docMk/>
            <pc:sldMk cId="69493462" sldId="278"/>
            <ac:picMk id="10" creationId="{5DF2FC93-CEAB-1556-DBA1-7D066BB8EE6F}"/>
          </ac:picMkLst>
        </pc:picChg>
        <pc:picChg chg="del">
          <ac:chgData name="Edward Bosko" userId="3c2d16a148962151" providerId="LiveId" clId="{F6A10AF3-0CDB-483E-AD7A-B6125D5057B1}" dt="2025-09-29T18:31:42.114" v="1828" actId="478"/>
          <ac:picMkLst>
            <pc:docMk/>
            <pc:sldMk cId="69493462" sldId="278"/>
            <ac:picMk id="12" creationId="{BF98AA20-C2FA-F613-3073-5037439691E9}"/>
          </ac:picMkLst>
        </pc:picChg>
      </pc:sldChg>
      <pc:sldChg chg="addSp delSp modSp add mod">
        <pc:chgData name="Edward Bosko" userId="3c2d16a148962151" providerId="LiveId" clId="{F6A10AF3-0CDB-483E-AD7A-B6125D5057B1}" dt="2025-09-29T18:37:16.165" v="1889" actId="403"/>
        <pc:sldMkLst>
          <pc:docMk/>
          <pc:sldMk cId="2901359376" sldId="279"/>
        </pc:sldMkLst>
        <pc:spChg chg="mod">
          <ac:chgData name="Edward Bosko" userId="3c2d16a148962151" providerId="LiveId" clId="{F6A10AF3-0CDB-483E-AD7A-B6125D5057B1}" dt="2025-09-29T18:34:08.400" v="1875" actId="20577"/>
          <ac:spMkLst>
            <pc:docMk/>
            <pc:sldMk cId="2901359376" sldId="279"/>
            <ac:spMk id="2" creationId="{5C3ABCCC-9C72-A8FA-7B37-AF355467F5A1}"/>
          </ac:spMkLst>
        </pc:spChg>
        <pc:spChg chg="mod">
          <ac:chgData name="Edward Bosko" userId="3c2d16a148962151" providerId="LiveId" clId="{F6A10AF3-0CDB-483E-AD7A-B6125D5057B1}" dt="2025-09-29T18:37:16.165" v="1889" actId="403"/>
          <ac:spMkLst>
            <pc:docMk/>
            <pc:sldMk cId="2901359376" sldId="279"/>
            <ac:spMk id="3" creationId="{74D462F1-A0BA-2565-FCBD-E97B63A971C8}"/>
          </ac:spMkLst>
        </pc:spChg>
        <pc:spChg chg="add del mod">
          <ac:chgData name="Edward Bosko" userId="3c2d16a148962151" providerId="LiveId" clId="{F6A10AF3-0CDB-483E-AD7A-B6125D5057B1}" dt="2025-09-29T18:36:26.267" v="1880" actId="22"/>
          <ac:spMkLst>
            <pc:docMk/>
            <pc:sldMk cId="2901359376" sldId="279"/>
            <ac:spMk id="5" creationId="{C614F7E3-DCD2-65EA-1BE9-31CBE213E668}"/>
          </ac:spMkLst>
        </pc:spChg>
        <pc:picChg chg="del">
          <ac:chgData name="Edward Bosko" userId="3c2d16a148962151" providerId="LiveId" clId="{F6A10AF3-0CDB-483E-AD7A-B6125D5057B1}" dt="2025-09-29T18:36:24.424" v="1879" actId="478"/>
          <ac:picMkLst>
            <pc:docMk/>
            <pc:sldMk cId="2901359376" sldId="279"/>
            <ac:picMk id="6" creationId="{E5DA40EC-50C2-138A-23B9-B5CA60D8C9BC}"/>
          </ac:picMkLst>
        </pc:picChg>
        <pc:picChg chg="add mod ord">
          <ac:chgData name="Edward Bosko" userId="3c2d16a148962151" providerId="LiveId" clId="{F6A10AF3-0CDB-483E-AD7A-B6125D5057B1}" dt="2025-09-29T18:36:40.355" v="1883" actId="1076"/>
          <ac:picMkLst>
            <pc:docMk/>
            <pc:sldMk cId="2901359376" sldId="279"/>
            <ac:picMk id="8" creationId="{676A23F3-D064-925A-51D1-BD33D0BCB180}"/>
          </ac:picMkLst>
        </pc:picChg>
      </pc:sldChg>
      <pc:sldChg chg="addSp delSp modSp add mod">
        <pc:chgData name="Edward Bosko" userId="3c2d16a148962151" providerId="LiveId" clId="{F6A10AF3-0CDB-483E-AD7A-B6125D5057B1}" dt="2025-09-29T18:46:10.046" v="2013" actId="1076"/>
        <pc:sldMkLst>
          <pc:docMk/>
          <pc:sldMk cId="2706282045" sldId="280"/>
        </pc:sldMkLst>
        <pc:spChg chg="mod">
          <ac:chgData name="Edward Bosko" userId="3c2d16a148962151" providerId="LiveId" clId="{F6A10AF3-0CDB-483E-AD7A-B6125D5057B1}" dt="2025-09-29T18:46:02.234" v="2012" actId="20577"/>
          <ac:spMkLst>
            <pc:docMk/>
            <pc:sldMk cId="2706282045" sldId="280"/>
            <ac:spMk id="3" creationId="{ADC0BEB9-EC6D-5519-BC20-65D47C310EDA}"/>
          </ac:spMkLst>
        </pc:spChg>
        <pc:spChg chg="add del mod">
          <ac:chgData name="Edward Bosko" userId="3c2d16a148962151" providerId="LiveId" clId="{F6A10AF3-0CDB-483E-AD7A-B6125D5057B1}" dt="2025-09-29T18:41:16.172" v="1920" actId="22"/>
          <ac:spMkLst>
            <pc:docMk/>
            <pc:sldMk cId="2706282045" sldId="280"/>
            <ac:spMk id="5" creationId="{92E2D0A4-71EB-5CB3-4645-C4956AEBF40A}"/>
          </ac:spMkLst>
        </pc:spChg>
        <pc:picChg chg="add mod ord">
          <ac:chgData name="Edward Bosko" userId="3c2d16a148962151" providerId="LiveId" clId="{F6A10AF3-0CDB-483E-AD7A-B6125D5057B1}" dt="2025-09-29T18:46:10.046" v="2013" actId="1076"/>
          <ac:picMkLst>
            <pc:docMk/>
            <pc:sldMk cId="2706282045" sldId="280"/>
            <ac:picMk id="7" creationId="{D744D091-4D0C-0092-6EFF-9DCB1DE84A13}"/>
          </ac:picMkLst>
        </pc:picChg>
        <pc:picChg chg="del">
          <ac:chgData name="Edward Bosko" userId="3c2d16a148962151" providerId="LiveId" clId="{F6A10AF3-0CDB-483E-AD7A-B6125D5057B1}" dt="2025-09-29T18:41:13.710" v="1919" actId="478"/>
          <ac:picMkLst>
            <pc:docMk/>
            <pc:sldMk cId="2706282045" sldId="280"/>
            <ac:picMk id="8" creationId="{D6BABA29-0B19-AC31-286B-C9D709515C7D}"/>
          </ac:picMkLst>
        </pc:picChg>
      </pc:sldChg>
      <pc:sldChg chg="addSp delSp modSp add mod">
        <pc:chgData name="Edward Bosko" userId="3c2d16a148962151" providerId="LiveId" clId="{F6A10AF3-0CDB-483E-AD7A-B6125D5057B1}" dt="2025-09-29T20:00:33.919" v="2710" actId="20577"/>
        <pc:sldMkLst>
          <pc:docMk/>
          <pc:sldMk cId="4202668067" sldId="281"/>
        </pc:sldMkLst>
        <pc:spChg chg="mod">
          <ac:chgData name="Edward Bosko" userId="3c2d16a148962151" providerId="LiveId" clId="{F6A10AF3-0CDB-483E-AD7A-B6125D5057B1}" dt="2025-09-29T18:54:32.521" v="2018" actId="20577"/>
          <ac:spMkLst>
            <pc:docMk/>
            <pc:sldMk cId="4202668067" sldId="281"/>
            <ac:spMk id="2" creationId="{7751D7F6-DE22-256E-7362-2D75D0A7D0F0}"/>
          </ac:spMkLst>
        </pc:spChg>
        <pc:spChg chg="mod">
          <ac:chgData name="Edward Bosko" userId="3c2d16a148962151" providerId="LiveId" clId="{F6A10AF3-0CDB-483E-AD7A-B6125D5057B1}" dt="2025-09-29T20:00:33.919" v="2710" actId="20577"/>
          <ac:spMkLst>
            <pc:docMk/>
            <pc:sldMk cId="4202668067" sldId="281"/>
            <ac:spMk id="3" creationId="{52DCF286-51E7-BF31-D539-9B2FE7880C55}"/>
          </ac:spMkLst>
        </pc:spChg>
        <pc:spChg chg="add del mod">
          <ac:chgData name="Edward Bosko" userId="3c2d16a148962151" providerId="LiveId" clId="{F6A10AF3-0CDB-483E-AD7A-B6125D5057B1}" dt="2025-09-29T18:54:47.421" v="2020" actId="22"/>
          <ac:spMkLst>
            <pc:docMk/>
            <pc:sldMk cId="4202668067" sldId="281"/>
            <ac:spMk id="5" creationId="{DABC48B8-5861-11A3-C93D-3CD38E7ADDD4}"/>
          </ac:spMkLst>
        </pc:spChg>
        <pc:picChg chg="add mod ord">
          <ac:chgData name="Edward Bosko" userId="3c2d16a148962151" providerId="LiveId" clId="{F6A10AF3-0CDB-483E-AD7A-B6125D5057B1}" dt="2025-09-29T18:54:53.419" v="2022" actId="1076"/>
          <ac:picMkLst>
            <pc:docMk/>
            <pc:sldMk cId="4202668067" sldId="281"/>
            <ac:picMk id="7" creationId="{7D79C45D-D608-1E83-D23A-CD2E97620C94}"/>
          </ac:picMkLst>
        </pc:picChg>
        <pc:picChg chg="del">
          <ac:chgData name="Edward Bosko" userId="3c2d16a148962151" providerId="LiveId" clId="{F6A10AF3-0CDB-483E-AD7A-B6125D5057B1}" dt="2025-09-29T18:54:44.966" v="2019" actId="478"/>
          <ac:picMkLst>
            <pc:docMk/>
            <pc:sldMk cId="4202668067" sldId="281"/>
            <ac:picMk id="12" creationId="{A89896E2-9107-B217-6DCF-5BAF4C7915F2}"/>
          </ac:picMkLst>
        </pc:picChg>
      </pc:sldChg>
      <pc:sldChg chg="addSp delSp modSp add mod">
        <pc:chgData name="Edward Bosko" userId="3c2d16a148962151" providerId="LiveId" clId="{F6A10AF3-0CDB-483E-AD7A-B6125D5057B1}" dt="2025-09-29T18:56:53.147" v="2061" actId="20577"/>
        <pc:sldMkLst>
          <pc:docMk/>
          <pc:sldMk cId="2450937216" sldId="282"/>
        </pc:sldMkLst>
        <pc:spChg chg="mod">
          <ac:chgData name="Edward Bosko" userId="3c2d16a148962151" providerId="LiveId" clId="{F6A10AF3-0CDB-483E-AD7A-B6125D5057B1}" dt="2025-09-29T18:55:40.176" v="2040" actId="20577"/>
          <ac:spMkLst>
            <pc:docMk/>
            <pc:sldMk cId="2450937216" sldId="282"/>
            <ac:spMk id="2" creationId="{7272716D-9E2B-C0D3-DEE4-066E7083B6BC}"/>
          </ac:spMkLst>
        </pc:spChg>
        <pc:spChg chg="mod">
          <ac:chgData name="Edward Bosko" userId="3c2d16a148962151" providerId="LiveId" clId="{F6A10AF3-0CDB-483E-AD7A-B6125D5057B1}" dt="2025-09-29T18:56:53.147" v="2061" actId="20577"/>
          <ac:spMkLst>
            <pc:docMk/>
            <pc:sldMk cId="2450937216" sldId="282"/>
            <ac:spMk id="3" creationId="{C167C188-3BB2-FF6B-25BC-657F922AC743}"/>
          </ac:spMkLst>
        </pc:spChg>
        <pc:picChg chg="del">
          <ac:chgData name="Edward Bosko" userId="3c2d16a148962151" providerId="LiveId" clId="{F6A10AF3-0CDB-483E-AD7A-B6125D5057B1}" dt="2025-09-29T18:56:12.504" v="2041" actId="478"/>
          <ac:picMkLst>
            <pc:docMk/>
            <pc:sldMk cId="2450937216" sldId="282"/>
            <ac:picMk id="5" creationId="{FE0AD7C3-9C35-B18F-9542-9B43AF52BCA0}"/>
          </ac:picMkLst>
        </pc:picChg>
        <pc:picChg chg="add mod">
          <ac:chgData name="Edward Bosko" userId="3c2d16a148962151" providerId="LiveId" clId="{F6A10AF3-0CDB-483E-AD7A-B6125D5057B1}" dt="2025-09-29T18:56:21.393" v="2046" actId="1076"/>
          <ac:picMkLst>
            <pc:docMk/>
            <pc:sldMk cId="2450937216" sldId="282"/>
            <ac:picMk id="6" creationId="{5249AD02-659C-2809-6A07-5403D52410D9}"/>
          </ac:picMkLst>
        </pc:picChg>
        <pc:picChg chg="del">
          <ac:chgData name="Edward Bosko" userId="3c2d16a148962151" providerId="LiveId" clId="{F6A10AF3-0CDB-483E-AD7A-B6125D5057B1}" dt="2025-09-29T18:56:13.260" v="2042" actId="478"/>
          <ac:picMkLst>
            <pc:docMk/>
            <pc:sldMk cId="2450937216" sldId="282"/>
            <ac:picMk id="8" creationId="{9DC35F9A-5214-19BC-5F1F-66A23CB591F1}"/>
          </ac:picMkLst>
        </pc:picChg>
      </pc:sldChg>
      <pc:sldChg chg="addSp delSp modSp add mod">
        <pc:chgData name="Edward Bosko" userId="3c2d16a148962151" providerId="LiveId" clId="{F6A10AF3-0CDB-483E-AD7A-B6125D5057B1}" dt="2025-09-29T18:59:48.485" v="2105" actId="1076"/>
        <pc:sldMkLst>
          <pc:docMk/>
          <pc:sldMk cId="3209748620" sldId="283"/>
        </pc:sldMkLst>
        <pc:spChg chg="mod">
          <ac:chgData name="Edward Bosko" userId="3c2d16a148962151" providerId="LiveId" clId="{F6A10AF3-0CDB-483E-AD7A-B6125D5057B1}" dt="2025-09-29T18:58:14.177" v="2069" actId="20577"/>
          <ac:spMkLst>
            <pc:docMk/>
            <pc:sldMk cId="3209748620" sldId="283"/>
            <ac:spMk id="2" creationId="{C3496A3E-F5E7-0496-E38A-E46D171E0D5A}"/>
          </ac:spMkLst>
        </pc:spChg>
        <pc:spChg chg="mod">
          <ac:chgData name="Edward Bosko" userId="3c2d16a148962151" providerId="LiveId" clId="{F6A10AF3-0CDB-483E-AD7A-B6125D5057B1}" dt="2025-09-29T18:59:48.485" v="2105" actId="1076"/>
          <ac:spMkLst>
            <pc:docMk/>
            <pc:sldMk cId="3209748620" sldId="283"/>
            <ac:spMk id="3" creationId="{1974F232-3C3A-B12B-A8C1-4DD786ED75CD}"/>
          </ac:spMkLst>
        </pc:spChg>
        <pc:spChg chg="add del mod">
          <ac:chgData name="Edward Bosko" userId="3c2d16a148962151" providerId="LiveId" clId="{F6A10AF3-0CDB-483E-AD7A-B6125D5057B1}" dt="2025-09-29T18:58:16.252" v="2070" actId="22"/>
          <ac:spMkLst>
            <pc:docMk/>
            <pc:sldMk cId="3209748620" sldId="283"/>
            <ac:spMk id="5" creationId="{AF97A8BB-0FEF-157E-0EFC-B65FF815B48D}"/>
          </ac:spMkLst>
        </pc:spChg>
        <pc:picChg chg="del">
          <ac:chgData name="Edward Bosko" userId="3c2d16a148962151" providerId="LiveId" clId="{F6A10AF3-0CDB-483E-AD7A-B6125D5057B1}" dt="2025-09-29T18:57:55.073" v="2065" actId="478"/>
          <ac:picMkLst>
            <pc:docMk/>
            <pc:sldMk cId="3209748620" sldId="283"/>
            <ac:picMk id="7" creationId="{BF83EC2F-979E-F90C-59CE-3EE469D5B644}"/>
          </ac:picMkLst>
        </pc:picChg>
        <pc:picChg chg="add mod ord">
          <ac:chgData name="Edward Bosko" userId="3c2d16a148962151" providerId="LiveId" clId="{F6A10AF3-0CDB-483E-AD7A-B6125D5057B1}" dt="2025-09-29T18:58:31.714" v="2073" actId="1076"/>
          <ac:picMkLst>
            <pc:docMk/>
            <pc:sldMk cId="3209748620" sldId="283"/>
            <ac:picMk id="8" creationId="{E8543061-CDED-595E-7D08-DB26B5EFA6E7}"/>
          </ac:picMkLst>
        </pc:picChg>
      </pc:sldChg>
      <pc:sldChg chg="addSp delSp modSp add mod">
        <pc:chgData name="Edward Bosko" userId="3c2d16a148962151" providerId="LiveId" clId="{F6A10AF3-0CDB-483E-AD7A-B6125D5057B1}" dt="2025-09-29T20:00:52.148" v="2718" actId="20577"/>
        <pc:sldMkLst>
          <pc:docMk/>
          <pc:sldMk cId="749946882" sldId="284"/>
        </pc:sldMkLst>
        <pc:spChg chg="mod">
          <ac:chgData name="Edward Bosko" userId="3c2d16a148962151" providerId="LiveId" clId="{F6A10AF3-0CDB-483E-AD7A-B6125D5057B1}" dt="2025-09-29T19:08:23.153" v="2119" actId="20577"/>
          <ac:spMkLst>
            <pc:docMk/>
            <pc:sldMk cId="749946882" sldId="284"/>
            <ac:spMk id="2" creationId="{AEEC2B3D-3362-116F-95CF-AB5758C12541}"/>
          </ac:spMkLst>
        </pc:spChg>
        <pc:spChg chg="mod">
          <ac:chgData name="Edward Bosko" userId="3c2d16a148962151" providerId="LiveId" clId="{F6A10AF3-0CDB-483E-AD7A-B6125D5057B1}" dt="2025-09-29T20:00:52.148" v="2718" actId="20577"/>
          <ac:spMkLst>
            <pc:docMk/>
            <pc:sldMk cId="749946882" sldId="284"/>
            <ac:spMk id="3" creationId="{0DE471A8-30D1-8789-8E65-60C3BEEEDBE1}"/>
          </ac:spMkLst>
        </pc:spChg>
        <pc:spChg chg="add del mod">
          <ac:chgData name="Edward Bosko" userId="3c2d16a148962151" providerId="LiveId" clId="{F6A10AF3-0CDB-483E-AD7A-B6125D5057B1}" dt="2025-09-29T19:08:58.288" v="2194" actId="22"/>
          <ac:spMkLst>
            <pc:docMk/>
            <pc:sldMk cId="749946882" sldId="284"/>
            <ac:spMk id="5" creationId="{0A991056-5AF0-D7A1-0648-4228836657E8}"/>
          </ac:spMkLst>
        </pc:spChg>
        <pc:picChg chg="add mod ord">
          <ac:chgData name="Edward Bosko" userId="3c2d16a148962151" providerId="LiveId" clId="{F6A10AF3-0CDB-483E-AD7A-B6125D5057B1}" dt="2025-09-29T19:09:06.665" v="2199" actId="1076"/>
          <ac:picMkLst>
            <pc:docMk/>
            <pc:sldMk cId="749946882" sldId="284"/>
            <ac:picMk id="7" creationId="{F45BA565-3160-71B1-94D7-AC9A2005D057}"/>
          </ac:picMkLst>
        </pc:picChg>
        <pc:picChg chg="del">
          <ac:chgData name="Edward Bosko" userId="3c2d16a148962151" providerId="LiveId" clId="{F6A10AF3-0CDB-483E-AD7A-B6125D5057B1}" dt="2025-09-29T19:08:56.737" v="2193" actId="478"/>
          <ac:picMkLst>
            <pc:docMk/>
            <pc:sldMk cId="749946882" sldId="284"/>
            <ac:picMk id="12" creationId="{5A913405-E090-2271-A755-DAEC8A86B0F0}"/>
          </ac:picMkLst>
        </pc:picChg>
      </pc:sldChg>
      <pc:sldChg chg="addSp delSp modSp add mod">
        <pc:chgData name="Edward Bosko" userId="3c2d16a148962151" providerId="LiveId" clId="{F6A10AF3-0CDB-483E-AD7A-B6125D5057B1}" dt="2025-09-29T20:01:23.595" v="2720" actId="27636"/>
        <pc:sldMkLst>
          <pc:docMk/>
          <pc:sldMk cId="3355820888" sldId="285"/>
        </pc:sldMkLst>
        <pc:spChg chg="mod">
          <ac:chgData name="Edward Bosko" userId="3c2d16a148962151" providerId="LiveId" clId="{F6A10AF3-0CDB-483E-AD7A-B6125D5057B1}" dt="2025-09-29T19:17:30.191" v="2269" actId="20577"/>
          <ac:spMkLst>
            <pc:docMk/>
            <pc:sldMk cId="3355820888" sldId="285"/>
            <ac:spMk id="2" creationId="{A19C58C8-54C9-B6FC-4B77-6E01CEE29BD6}"/>
          </ac:spMkLst>
        </pc:spChg>
        <pc:spChg chg="mod">
          <ac:chgData name="Edward Bosko" userId="3c2d16a148962151" providerId="LiveId" clId="{F6A10AF3-0CDB-483E-AD7A-B6125D5057B1}" dt="2025-09-29T20:01:23.595" v="2720" actId="27636"/>
          <ac:spMkLst>
            <pc:docMk/>
            <pc:sldMk cId="3355820888" sldId="285"/>
            <ac:spMk id="3" creationId="{17B8A70F-4F95-58C8-7ABF-D659DCD34F30}"/>
          </ac:spMkLst>
        </pc:spChg>
        <pc:spChg chg="add del mod">
          <ac:chgData name="Edward Bosko" userId="3c2d16a148962151" providerId="LiveId" clId="{F6A10AF3-0CDB-483E-AD7A-B6125D5057B1}" dt="2025-09-29T19:17:42.880" v="2271" actId="22"/>
          <ac:spMkLst>
            <pc:docMk/>
            <pc:sldMk cId="3355820888" sldId="285"/>
            <ac:spMk id="5" creationId="{E3A0E2B8-172B-6502-7AEE-4B63D3CBC5A8}"/>
          </ac:spMkLst>
        </pc:spChg>
        <pc:picChg chg="del">
          <ac:chgData name="Edward Bosko" userId="3c2d16a148962151" providerId="LiveId" clId="{F6A10AF3-0CDB-483E-AD7A-B6125D5057B1}" dt="2025-09-29T19:17:41.343" v="2270" actId="478"/>
          <ac:picMkLst>
            <pc:docMk/>
            <pc:sldMk cId="3355820888" sldId="285"/>
            <ac:picMk id="7" creationId="{A8652D35-BB7E-085D-206C-5F4A05185C1D}"/>
          </ac:picMkLst>
        </pc:picChg>
        <pc:picChg chg="add mod ord">
          <ac:chgData name="Edward Bosko" userId="3c2d16a148962151" providerId="LiveId" clId="{F6A10AF3-0CDB-483E-AD7A-B6125D5057B1}" dt="2025-09-29T19:17:51.768" v="2275" actId="1076"/>
          <ac:picMkLst>
            <pc:docMk/>
            <pc:sldMk cId="3355820888" sldId="285"/>
            <ac:picMk id="8" creationId="{17E07832-3C5A-7837-1539-0F02720596EA}"/>
          </ac:picMkLst>
        </pc:picChg>
      </pc:sldChg>
      <pc:sldChg chg="addSp delSp modSp add mod">
        <pc:chgData name="Edward Bosko" userId="3c2d16a148962151" providerId="LiveId" clId="{F6A10AF3-0CDB-483E-AD7A-B6125D5057B1}" dt="2025-09-29T20:01:31.227" v="2724" actId="20577"/>
        <pc:sldMkLst>
          <pc:docMk/>
          <pc:sldMk cId="2607876713" sldId="286"/>
        </pc:sldMkLst>
        <pc:spChg chg="mod">
          <ac:chgData name="Edward Bosko" userId="3c2d16a148962151" providerId="LiveId" clId="{F6A10AF3-0CDB-483E-AD7A-B6125D5057B1}" dt="2025-09-29T19:33:12.602" v="2305" actId="20577"/>
          <ac:spMkLst>
            <pc:docMk/>
            <pc:sldMk cId="2607876713" sldId="286"/>
            <ac:spMk id="2" creationId="{8023F338-7F4E-7BBC-BE57-A49605163551}"/>
          </ac:spMkLst>
        </pc:spChg>
        <pc:spChg chg="mod">
          <ac:chgData name="Edward Bosko" userId="3c2d16a148962151" providerId="LiveId" clId="{F6A10AF3-0CDB-483E-AD7A-B6125D5057B1}" dt="2025-09-29T20:01:31.227" v="2724" actId="20577"/>
          <ac:spMkLst>
            <pc:docMk/>
            <pc:sldMk cId="2607876713" sldId="286"/>
            <ac:spMk id="3" creationId="{054524E4-2D27-9B8A-B0B4-B9987DD55079}"/>
          </ac:spMkLst>
        </pc:spChg>
        <pc:spChg chg="add del mod">
          <ac:chgData name="Edward Bosko" userId="3c2d16a148962151" providerId="LiveId" clId="{F6A10AF3-0CDB-483E-AD7A-B6125D5057B1}" dt="2025-09-29T19:35:17.994" v="2464" actId="478"/>
          <ac:spMkLst>
            <pc:docMk/>
            <pc:sldMk cId="2607876713" sldId="286"/>
            <ac:spMk id="5" creationId="{D81FB3BD-5A50-65AE-0A9F-98BA9C1103F7}"/>
          </ac:spMkLst>
        </pc:spChg>
        <pc:picChg chg="add mod">
          <ac:chgData name="Edward Bosko" userId="3c2d16a148962151" providerId="LiveId" clId="{F6A10AF3-0CDB-483E-AD7A-B6125D5057B1}" dt="2025-09-29T19:35:26.380" v="2467" actId="1076"/>
          <ac:picMkLst>
            <pc:docMk/>
            <pc:sldMk cId="2607876713" sldId="286"/>
            <ac:picMk id="7" creationId="{C6CAF041-7289-AE7C-76E3-98CE02C7A4CB}"/>
          </ac:picMkLst>
        </pc:picChg>
        <pc:picChg chg="del">
          <ac:chgData name="Edward Bosko" userId="3c2d16a148962151" providerId="LiveId" clId="{F6A10AF3-0CDB-483E-AD7A-B6125D5057B1}" dt="2025-09-29T19:35:14.626" v="2462" actId="478"/>
          <ac:picMkLst>
            <pc:docMk/>
            <pc:sldMk cId="2607876713" sldId="286"/>
            <ac:picMk id="8" creationId="{D4A6F5DE-9377-7425-7341-7163DAC2C391}"/>
          </ac:picMkLst>
        </pc:picChg>
      </pc:sldChg>
      <pc:sldChg chg="addSp delSp modSp add mod">
        <pc:chgData name="Edward Bosko" userId="3c2d16a148962151" providerId="LiveId" clId="{F6A10AF3-0CDB-483E-AD7A-B6125D5057B1}" dt="2025-09-29T20:01:41.742" v="2728" actId="20577"/>
        <pc:sldMkLst>
          <pc:docMk/>
          <pc:sldMk cId="4263607969" sldId="287"/>
        </pc:sldMkLst>
        <pc:spChg chg="mod">
          <ac:chgData name="Edward Bosko" userId="3c2d16a148962151" providerId="LiveId" clId="{F6A10AF3-0CDB-483E-AD7A-B6125D5057B1}" dt="2025-09-29T19:39:39.551" v="2503" actId="20577"/>
          <ac:spMkLst>
            <pc:docMk/>
            <pc:sldMk cId="4263607969" sldId="287"/>
            <ac:spMk id="2" creationId="{5F691B40-36C5-971D-0AF8-4DBE8804E833}"/>
          </ac:spMkLst>
        </pc:spChg>
        <pc:spChg chg="mod">
          <ac:chgData name="Edward Bosko" userId="3c2d16a148962151" providerId="LiveId" clId="{F6A10AF3-0CDB-483E-AD7A-B6125D5057B1}" dt="2025-09-29T20:01:41.742" v="2728" actId="20577"/>
          <ac:spMkLst>
            <pc:docMk/>
            <pc:sldMk cId="4263607969" sldId="287"/>
            <ac:spMk id="3" creationId="{68E6A3E8-BC73-865B-7718-46AABEB992CC}"/>
          </ac:spMkLst>
        </pc:spChg>
        <pc:picChg chg="add mod">
          <ac:chgData name="Edward Bosko" userId="3c2d16a148962151" providerId="LiveId" clId="{F6A10AF3-0CDB-483E-AD7A-B6125D5057B1}" dt="2025-09-29T19:40:51.460" v="2533" actId="1076"/>
          <ac:picMkLst>
            <pc:docMk/>
            <pc:sldMk cId="4263607969" sldId="287"/>
            <ac:picMk id="5" creationId="{F6F8C114-8368-8F4C-FA89-A656C5BBE1CA}"/>
          </ac:picMkLst>
        </pc:picChg>
        <pc:picChg chg="del">
          <ac:chgData name="Edward Bosko" userId="3c2d16a148962151" providerId="LiveId" clId="{F6A10AF3-0CDB-483E-AD7A-B6125D5057B1}" dt="2025-09-29T19:40:43.455" v="2529" actId="478"/>
          <ac:picMkLst>
            <pc:docMk/>
            <pc:sldMk cId="4263607969" sldId="287"/>
            <ac:picMk id="7" creationId="{6D594D12-D792-61A5-835A-308A627BF26F}"/>
          </ac:picMkLst>
        </pc:picChg>
      </pc:sldChg>
      <pc:sldChg chg="modSp add mod">
        <pc:chgData name="Edward Bosko" userId="3c2d16a148962151" providerId="LiveId" clId="{F6A10AF3-0CDB-483E-AD7A-B6125D5057B1}" dt="2025-09-29T19:48:48.066" v="2576" actId="20577"/>
        <pc:sldMkLst>
          <pc:docMk/>
          <pc:sldMk cId="2814949818" sldId="288"/>
        </pc:sldMkLst>
        <pc:spChg chg="mod">
          <ac:chgData name="Edward Bosko" userId="3c2d16a148962151" providerId="LiveId" clId="{F6A10AF3-0CDB-483E-AD7A-B6125D5057B1}" dt="2025-09-29T19:48:48.066" v="2576" actId="20577"/>
          <ac:spMkLst>
            <pc:docMk/>
            <pc:sldMk cId="2814949818" sldId="288"/>
            <ac:spMk id="2" creationId="{2897A8E8-09A1-201F-5BFA-4526BBED35C0}"/>
          </ac:spMkLst>
        </pc:spChg>
        <pc:spChg chg="mod">
          <ac:chgData name="Edward Bosko" userId="3c2d16a148962151" providerId="LiveId" clId="{F6A10AF3-0CDB-483E-AD7A-B6125D5057B1}" dt="2025-09-29T19:48:22.972" v="2574" actId="20577"/>
          <ac:spMkLst>
            <pc:docMk/>
            <pc:sldMk cId="2814949818" sldId="288"/>
            <ac:spMk id="3" creationId="{1717E5F7-133B-4149-FEDE-3363F8F3E422}"/>
          </ac:spMkLst>
        </pc:spChg>
      </pc:sldChg>
      <pc:sldChg chg="modSp new mod">
        <pc:chgData name="Edward Bosko" userId="3c2d16a148962151" providerId="LiveId" clId="{F6A10AF3-0CDB-483E-AD7A-B6125D5057B1}" dt="2025-09-29T19:59:55.640" v="2682" actId="20577"/>
        <pc:sldMkLst>
          <pc:docMk/>
          <pc:sldMk cId="4138387581" sldId="289"/>
        </pc:sldMkLst>
        <pc:spChg chg="mod">
          <ac:chgData name="Edward Bosko" userId="3c2d16a148962151" providerId="LiveId" clId="{F6A10AF3-0CDB-483E-AD7A-B6125D5057B1}" dt="2025-09-29T19:58:08.489" v="2595" actId="20577"/>
          <ac:spMkLst>
            <pc:docMk/>
            <pc:sldMk cId="4138387581" sldId="289"/>
            <ac:spMk id="2" creationId="{AEE47916-FBC5-94F7-D65F-E1845D8B2688}"/>
          </ac:spMkLst>
        </pc:spChg>
        <pc:spChg chg="mod">
          <ac:chgData name="Edward Bosko" userId="3c2d16a148962151" providerId="LiveId" clId="{F6A10AF3-0CDB-483E-AD7A-B6125D5057B1}" dt="2025-09-29T19:59:55.640" v="2682" actId="20577"/>
          <ac:spMkLst>
            <pc:docMk/>
            <pc:sldMk cId="4138387581" sldId="289"/>
            <ac:spMk id="3" creationId="{D5DA24A5-6D8A-5D62-E953-9197AFABBC8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7A3FEF-3413-48F6-9ACF-EE00A3CCA3AA}"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710E32-879A-4E7B-B64B-5FC6F7A8D3C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5749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7A3FEF-3413-48F6-9ACF-EE00A3CCA3AA}"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2458157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7A3FEF-3413-48F6-9ACF-EE00A3CCA3AA}"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710E32-879A-4E7B-B64B-5FC6F7A8D3C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464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7A3FEF-3413-48F6-9ACF-EE00A3CCA3AA}" type="datetimeFigureOut">
              <a:rPr lang="en-US" smtClean="0"/>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1862818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7A3FEF-3413-48F6-9ACF-EE00A3CCA3AA}" type="datetimeFigureOut">
              <a:rPr lang="en-US" smtClean="0"/>
              <a:t>9/25/2025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44368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7A3FEF-3413-48F6-9ACF-EE00A3CCA3AA}" type="datetimeFigureOut">
              <a:rPr lang="en-US" smtClean="0"/>
              <a:t>9/25/2025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2501593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17A3FEF-3413-48F6-9ACF-EE00A3CCA3AA}" type="datetimeFigureOut">
              <a:rPr lang="en-US" smtClean="0"/>
              <a:t>9/25/2025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3306483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17A3FEF-3413-48F6-9ACF-EE00A3CCA3AA}" type="datetimeFigureOut">
              <a:rPr lang="en-US" smtClean="0"/>
              <a:t>9/25/2025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2710E32-879A-4E7B-B64B-5FC6F7A8D3C8}" type="slidenum">
              <a:rPr lang="en-US" smtClean="0"/>
              <a:t>‹#›</a:t>
            </a:fld>
            <a:endParaRPr lang="en-US"/>
          </a:p>
        </p:txBody>
      </p:sp>
    </p:spTree>
    <p:extLst>
      <p:ext uri="{BB962C8B-B14F-4D97-AF65-F5344CB8AC3E}">
        <p14:creationId xmlns:p14="http://schemas.microsoft.com/office/powerpoint/2010/main" val="2617218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7A3FEF-3413-48F6-9ACF-EE00A3CCA3AA}" type="datetimeFigureOut">
              <a:rPr lang="en-US" smtClean="0"/>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1273322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7A3FEF-3413-48F6-9ACF-EE00A3CCA3AA}"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992284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7A3FEF-3413-48F6-9ACF-EE00A3CCA3AA}"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710E32-879A-4E7B-B64B-5FC6F7A8D3C8}" type="slidenum">
              <a:rPr lang="en-US" smtClean="0"/>
              <a:t>‹#›</a:t>
            </a:fld>
            <a:endParaRPr lang="en-US"/>
          </a:p>
        </p:txBody>
      </p:sp>
    </p:spTree>
    <p:extLst>
      <p:ext uri="{BB962C8B-B14F-4D97-AF65-F5344CB8AC3E}">
        <p14:creationId xmlns:p14="http://schemas.microsoft.com/office/powerpoint/2010/main" val="4250430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17A3FEF-3413-48F6-9ACF-EE00A3CCA3AA}" type="datetimeFigureOut">
              <a:rPr lang="en-US" smtClean="0"/>
              <a:t>9/25/2025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2710E32-879A-4E7B-B64B-5FC6F7A8D3C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4786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5" Type="http://schemas.openxmlformats.org/officeDocument/2006/relationships/image" Target="../media/image11.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 Id="rId5" Type="http://schemas.openxmlformats.org/officeDocument/2006/relationships/image" Target="../media/image15.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 Id="rId5" Type="http://schemas.openxmlformats.org/officeDocument/2006/relationships/image" Target="../media/image19.jpg"/><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 Id="rId5" Type="http://schemas.openxmlformats.org/officeDocument/2006/relationships/image" Target="../media/image23.jpg"/><Relationship Id="rId4" Type="http://schemas.openxmlformats.org/officeDocument/2006/relationships/image" Target="../media/image22.jpg"/></Relationships>
</file>

<file path=ppt/slides/_rels/slide1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 Id="rId5" Type="http://schemas.openxmlformats.org/officeDocument/2006/relationships/image" Target="../media/image27.jpg"/><Relationship Id="rId4" Type="http://schemas.openxmlformats.org/officeDocument/2006/relationships/image" Target="../media/image26.jpg"/></Relationships>
</file>

<file path=ppt/slides/_rels/slide1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 Id="rId5" Type="http://schemas.openxmlformats.org/officeDocument/2006/relationships/image" Target="../media/image31.jpg"/><Relationship Id="rId4" Type="http://schemas.openxmlformats.org/officeDocument/2006/relationships/image" Target="../media/image30.jpg"/></Relationships>
</file>

<file path=ppt/slides/_rels/slide1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7.xml"/><Relationship Id="rId5" Type="http://schemas.openxmlformats.org/officeDocument/2006/relationships/image" Target="../media/image35.jpg"/><Relationship Id="rId4" Type="http://schemas.openxmlformats.org/officeDocument/2006/relationships/image" Target="../media/image3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39E46-5520-D408-8DDC-789CAAEAE6E6}"/>
              </a:ext>
            </a:extLst>
          </p:cNvPr>
          <p:cNvSpPr>
            <a:spLocks noGrp="1"/>
          </p:cNvSpPr>
          <p:nvPr>
            <p:ph type="ctrTitle"/>
          </p:nvPr>
        </p:nvSpPr>
        <p:spPr/>
        <p:txBody>
          <a:bodyPr>
            <a:normAutofit fontScale="90000"/>
          </a:bodyPr>
          <a:lstStyle/>
          <a:p>
            <a:r>
              <a:rPr lang="en-US" dirty="0"/>
              <a:t>Examining Differences in Lobar Severity of Disease by Causal Culture</a:t>
            </a:r>
          </a:p>
        </p:txBody>
      </p:sp>
      <p:sp>
        <p:nvSpPr>
          <p:cNvPr id="3" name="Subtitle 2">
            <a:extLst>
              <a:ext uri="{FF2B5EF4-FFF2-40B4-BE49-F238E27FC236}">
                <a16:creationId xmlns:a16="http://schemas.microsoft.com/office/drawing/2014/main" id="{B95601A7-2A69-BA7E-706F-5506F17DB083}"/>
              </a:ext>
            </a:extLst>
          </p:cNvPr>
          <p:cNvSpPr>
            <a:spLocks noGrp="1"/>
          </p:cNvSpPr>
          <p:nvPr>
            <p:ph type="subTitle" idx="1"/>
          </p:nvPr>
        </p:nvSpPr>
        <p:spPr/>
        <p:txBody>
          <a:bodyPr/>
          <a:lstStyle/>
          <a:p>
            <a:r>
              <a:rPr lang="en-US" dirty="0"/>
              <a:t>Prepared by Edward Bosko</a:t>
            </a:r>
          </a:p>
        </p:txBody>
      </p:sp>
    </p:spTree>
    <p:extLst>
      <p:ext uri="{BB962C8B-B14F-4D97-AF65-F5344CB8AC3E}">
        <p14:creationId xmlns:p14="http://schemas.microsoft.com/office/powerpoint/2010/main" val="182229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240D-3393-9EFE-50C3-A7CF5C1B4D90}"/>
              </a:ext>
            </a:extLst>
          </p:cNvPr>
          <p:cNvSpPr>
            <a:spLocks noGrp="1"/>
          </p:cNvSpPr>
          <p:nvPr>
            <p:ph type="title"/>
          </p:nvPr>
        </p:nvSpPr>
        <p:spPr/>
        <p:txBody>
          <a:bodyPr/>
          <a:lstStyle/>
          <a:p>
            <a:r>
              <a:rPr lang="en-US" dirty="0"/>
              <a:t>Descriptive Statistics</a:t>
            </a:r>
          </a:p>
        </p:txBody>
      </p:sp>
    </p:spTree>
    <p:extLst>
      <p:ext uri="{BB962C8B-B14F-4D97-AF65-F5344CB8AC3E}">
        <p14:creationId xmlns:p14="http://schemas.microsoft.com/office/powerpoint/2010/main" val="465452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able of numbers and letters&#10;&#10;AI-generated content may be incorrect.">
            <a:extLst>
              <a:ext uri="{FF2B5EF4-FFF2-40B4-BE49-F238E27FC236}">
                <a16:creationId xmlns:a16="http://schemas.microsoft.com/office/drawing/2014/main" id="{5BF3E767-0783-0080-3005-BCA6FC8236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2" y="1719469"/>
            <a:ext cx="12182707" cy="3414092"/>
          </a:xfrm>
          <a:prstGeom prst="rect">
            <a:avLst/>
          </a:prstGeom>
        </p:spPr>
      </p:pic>
    </p:spTree>
    <p:extLst>
      <p:ext uri="{BB962C8B-B14F-4D97-AF65-F5344CB8AC3E}">
        <p14:creationId xmlns:p14="http://schemas.microsoft.com/office/powerpoint/2010/main" val="3290262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6AD66EF-13BF-9D5B-5D78-C2C6B8B54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6204"/>
            <a:ext cx="12153179" cy="3637721"/>
          </a:xfrm>
          <a:prstGeom prst="rect">
            <a:avLst/>
          </a:prstGeom>
        </p:spPr>
      </p:pic>
    </p:spTree>
    <p:extLst>
      <p:ext uri="{BB962C8B-B14F-4D97-AF65-F5344CB8AC3E}">
        <p14:creationId xmlns:p14="http://schemas.microsoft.com/office/powerpoint/2010/main" val="74071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umber of bars&#10;&#10;AI-generated content may be incorrect.">
            <a:extLst>
              <a:ext uri="{FF2B5EF4-FFF2-40B4-BE49-F238E27FC236}">
                <a16:creationId xmlns:a16="http://schemas.microsoft.com/office/drawing/2014/main" id="{4D68718A-CBB8-E1C7-D710-03EBC171AB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357"/>
            <a:ext cx="4874150" cy="3390041"/>
          </a:xfrm>
          <a:prstGeom prst="rect">
            <a:avLst/>
          </a:prstGeom>
        </p:spPr>
      </p:pic>
      <p:pic>
        <p:nvPicPr>
          <p:cNvPr id="9" name="Picture 8" descr="A graph showing different colored bars&#10;&#10;AI-generated content may be incorrect.">
            <a:extLst>
              <a:ext uri="{FF2B5EF4-FFF2-40B4-BE49-F238E27FC236}">
                <a16:creationId xmlns:a16="http://schemas.microsoft.com/office/drawing/2014/main" id="{C28FA812-51DB-05E9-B82C-D8CBCEBEC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4612" y="0"/>
            <a:ext cx="5107388" cy="3501033"/>
          </a:xfrm>
          <a:prstGeom prst="rect">
            <a:avLst/>
          </a:prstGeom>
        </p:spPr>
      </p:pic>
      <p:pic>
        <p:nvPicPr>
          <p:cNvPr id="11" name="Picture 10" descr="A diagram of a number of bars&#10;&#10;AI-generated content may be incorrect.">
            <a:extLst>
              <a:ext uri="{FF2B5EF4-FFF2-40B4-BE49-F238E27FC236}">
                <a16:creationId xmlns:a16="http://schemas.microsoft.com/office/drawing/2014/main" id="{728865A8-DC74-C749-8F7E-6A168328B1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95384"/>
            <a:ext cx="4874150" cy="3362616"/>
          </a:xfrm>
          <a:prstGeom prst="rect">
            <a:avLst/>
          </a:prstGeom>
        </p:spPr>
      </p:pic>
      <p:pic>
        <p:nvPicPr>
          <p:cNvPr id="13" name="Picture 12" descr="A bar graph with different colored squares&#10;&#10;AI-generated content may be incorrect.">
            <a:extLst>
              <a:ext uri="{FF2B5EF4-FFF2-40B4-BE49-F238E27FC236}">
                <a16:creationId xmlns:a16="http://schemas.microsoft.com/office/drawing/2014/main" id="{87E46FA1-D245-5ACA-13F0-4C11F24F6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17850" y="3454631"/>
            <a:ext cx="4874150" cy="3403369"/>
          </a:xfrm>
          <a:prstGeom prst="rect">
            <a:avLst/>
          </a:prstGeom>
        </p:spPr>
      </p:pic>
    </p:spTree>
    <p:extLst>
      <p:ext uri="{BB962C8B-B14F-4D97-AF65-F5344CB8AC3E}">
        <p14:creationId xmlns:p14="http://schemas.microsoft.com/office/powerpoint/2010/main" val="1924316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showing different colored squares&#10;&#10;AI-generated content may be incorrect.">
            <a:extLst>
              <a:ext uri="{FF2B5EF4-FFF2-40B4-BE49-F238E27FC236}">
                <a16:creationId xmlns:a16="http://schemas.microsoft.com/office/drawing/2014/main" id="{1DE60971-0A7F-8C17-1027-4A265DC66C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53663" cy="3444082"/>
          </a:xfrm>
          <a:prstGeom prst="rect">
            <a:avLst/>
          </a:prstGeom>
        </p:spPr>
      </p:pic>
      <p:pic>
        <p:nvPicPr>
          <p:cNvPr id="11" name="Picture 10" descr="A graph showing different colored squares&#10;&#10;AI-generated content may be incorrect.">
            <a:extLst>
              <a:ext uri="{FF2B5EF4-FFF2-40B4-BE49-F238E27FC236}">
                <a16:creationId xmlns:a16="http://schemas.microsoft.com/office/drawing/2014/main" id="{4834EF1D-E34C-9835-6BFF-3A921500D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5492" y="0"/>
            <a:ext cx="5006508" cy="3444082"/>
          </a:xfrm>
          <a:prstGeom prst="rect">
            <a:avLst/>
          </a:prstGeom>
        </p:spPr>
      </p:pic>
      <p:pic>
        <p:nvPicPr>
          <p:cNvPr id="13" name="Picture 12" descr="A diagram of a number of different colored bars&#10;&#10;AI-generated content may be incorrect.">
            <a:extLst>
              <a:ext uri="{FF2B5EF4-FFF2-40B4-BE49-F238E27FC236}">
                <a16:creationId xmlns:a16="http://schemas.microsoft.com/office/drawing/2014/main" id="{65AEAE82-03FD-7A48-EA27-5C81339FAE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27672"/>
            <a:ext cx="4953663" cy="3430327"/>
          </a:xfrm>
          <a:prstGeom prst="rect">
            <a:avLst/>
          </a:prstGeom>
        </p:spPr>
      </p:pic>
      <p:pic>
        <p:nvPicPr>
          <p:cNvPr id="17" name="Picture 16" descr="A bar graph showing different colored squares&#10;&#10;AI-generated content may be incorrect.">
            <a:extLst>
              <a:ext uri="{FF2B5EF4-FFF2-40B4-BE49-F238E27FC236}">
                <a16:creationId xmlns:a16="http://schemas.microsoft.com/office/drawing/2014/main" id="{C4E2E633-BA1E-A40B-8F59-F3A5B6A207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1038" y="3444081"/>
            <a:ext cx="4980961" cy="3413917"/>
          </a:xfrm>
          <a:prstGeom prst="rect">
            <a:avLst/>
          </a:prstGeom>
        </p:spPr>
      </p:pic>
    </p:spTree>
    <p:extLst>
      <p:ext uri="{BB962C8B-B14F-4D97-AF65-F5344CB8AC3E}">
        <p14:creationId xmlns:p14="http://schemas.microsoft.com/office/powerpoint/2010/main" val="3416348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showing the distribution of the number of individuals&#10;&#10;AI-generated content may be incorrect.">
            <a:extLst>
              <a:ext uri="{FF2B5EF4-FFF2-40B4-BE49-F238E27FC236}">
                <a16:creationId xmlns:a16="http://schemas.microsoft.com/office/drawing/2014/main" id="{8E68A010-3113-5CDC-09C7-3DECF3877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033176" cy="3429686"/>
          </a:xfrm>
          <a:prstGeom prst="rect">
            <a:avLst/>
          </a:prstGeom>
        </p:spPr>
      </p:pic>
      <p:pic>
        <p:nvPicPr>
          <p:cNvPr id="9" name="Picture 8" descr="A graph showing the distribution of lute&#10;&#10;AI-generated content may be incorrect.">
            <a:extLst>
              <a:ext uri="{FF2B5EF4-FFF2-40B4-BE49-F238E27FC236}">
                <a16:creationId xmlns:a16="http://schemas.microsoft.com/office/drawing/2014/main" id="{F1EBE16C-3AD3-68DB-A035-466E20DAAB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8824" y="0"/>
            <a:ext cx="5033176" cy="3464220"/>
          </a:xfrm>
          <a:prstGeom prst="rect">
            <a:avLst/>
          </a:prstGeom>
        </p:spPr>
      </p:pic>
      <p:pic>
        <p:nvPicPr>
          <p:cNvPr id="11" name="Picture 10" descr="A chart of a number of bars&#10;&#10;AI-generated content may be incorrect.">
            <a:extLst>
              <a:ext uri="{FF2B5EF4-FFF2-40B4-BE49-F238E27FC236}">
                <a16:creationId xmlns:a16="http://schemas.microsoft.com/office/drawing/2014/main" id="{31A65510-EF1D-AE04-F29F-625D24D5F9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05398"/>
            <a:ext cx="5033176" cy="3452602"/>
          </a:xfrm>
          <a:prstGeom prst="rect">
            <a:avLst/>
          </a:prstGeom>
        </p:spPr>
      </p:pic>
      <p:pic>
        <p:nvPicPr>
          <p:cNvPr id="13" name="Picture 12" descr="A bar graph with blue and white rectangles&#10;&#10;AI-generated content may be incorrect.">
            <a:extLst>
              <a:ext uri="{FF2B5EF4-FFF2-40B4-BE49-F238E27FC236}">
                <a16:creationId xmlns:a16="http://schemas.microsoft.com/office/drawing/2014/main" id="{DFC67F44-3B04-00B7-6306-7C0FAFB34C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8952" y="3423500"/>
            <a:ext cx="5163047" cy="3434500"/>
          </a:xfrm>
          <a:prstGeom prst="rect">
            <a:avLst/>
          </a:prstGeom>
        </p:spPr>
      </p:pic>
    </p:spTree>
    <p:extLst>
      <p:ext uri="{BB962C8B-B14F-4D97-AF65-F5344CB8AC3E}">
        <p14:creationId xmlns:p14="http://schemas.microsoft.com/office/powerpoint/2010/main" val="2186345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glass opacity distribution&#10;&#10;AI-generated content may be incorrect.">
            <a:extLst>
              <a:ext uri="{FF2B5EF4-FFF2-40B4-BE49-F238E27FC236}">
                <a16:creationId xmlns:a16="http://schemas.microsoft.com/office/drawing/2014/main" id="{29C95CA7-038E-CE03-9BE4-768809830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45711" cy="3435264"/>
          </a:xfrm>
          <a:prstGeom prst="rect">
            <a:avLst/>
          </a:prstGeom>
        </p:spPr>
      </p:pic>
      <p:pic>
        <p:nvPicPr>
          <p:cNvPr id="5" name="Picture 4" descr="A graph showing a number of opacity distribution&#10;&#10;AI-generated content may be incorrect.">
            <a:extLst>
              <a:ext uri="{FF2B5EF4-FFF2-40B4-BE49-F238E27FC236}">
                <a16:creationId xmlns:a16="http://schemas.microsoft.com/office/drawing/2014/main" id="{1AFA08B4-A597-23F9-7111-D27DF7E947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6288" y="0"/>
            <a:ext cx="4945712" cy="3360097"/>
          </a:xfrm>
          <a:prstGeom prst="rect">
            <a:avLst/>
          </a:prstGeom>
        </p:spPr>
      </p:pic>
      <p:pic>
        <p:nvPicPr>
          <p:cNvPr id="7" name="Picture 6" descr="A graph showing the amount of opacity in a number of glasses&#10;&#10;AI-generated content may be incorrect.">
            <a:extLst>
              <a:ext uri="{FF2B5EF4-FFF2-40B4-BE49-F238E27FC236}">
                <a16:creationId xmlns:a16="http://schemas.microsoft.com/office/drawing/2014/main" id="{3362ADCB-FF9A-0D03-BA9C-AEC3675CCE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28998"/>
            <a:ext cx="4927527" cy="3435265"/>
          </a:xfrm>
          <a:prstGeom prst="rect">
            <a:avLst/>
          </a:prstGeom>
        </p:spPr>
      </p:pic>
      <p:pic>
        <p:nvPicPr>
          <p:cNvPr id="9" name="Picture 8" descr="A graph showing different types of opacity&#10;&#10;AI-generated content may be incorrect.">
            <a:extLst>
              <a:ext uri="{FF2B5EF4-FFF2-40B4-BE49-F238E27FC236}">
                <a16:creationId xmlns:a16="http://schemas.microsoft.com/office/drawing/2014/main" id="{082A7422-D922-7E2A-FC14-7A143AD989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2562" y="3356824"/>
            <a:ext cx="5099437" cy="3527015"/>
          </a:xfrm>
          <a:prstGeom prst="rect">
            <a:avLst/>
          </a:prstGeom>
        </p:spPr>
      </p:pic>
    </p:spTree>
    <p:extLst>
      <p:ext uri="{BB962C8B-B14F-4D97-AF65-F5344CB8AC3E}">
        <p14:creationId xmlns:p14="http://schemas.microsoft.com/office/powerpoint/2010/main" val="350947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blue and pink bars&#10;&#10;AI-generated content may be incorrect.">
            <a:extLst>
              <a:ext uri="{FF2B5EF4-FFF2-40B4-BE49-F238E27FC236}">
                <a16:creationId xmlns:a16="http://schemas.microsoft.com/office/drawing/2014/main" id="{8A242714-AA8B-93CE-D5E3-0A6CE597D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5955" cy="3433289"/>
          </a:xfrm>
          <a:prstGeom prst="rect">
            <a:avLst/>
          </a:prstGeom>
        </p:spPr>
      </p:pic>
      <p:pic>
        <p:nvPicPr>
          <p:cNvPr id="5" name="Picture 4" descr="A graph of blue and pink bars&#10;&#10;AI-generated content may be incorrect.">
            <a:extLst>
              <a:ext uri="{FF2B5EF4-FFF2-40B4-BE49-F238E27FC236}">
                <a16:creationId xmlns:a16="http://schemas.microsoft.com/office/drawing/2014/main" id="{317B24DC-47F9-0B76-4788-AD3FD8023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2076" y="0"/>
            <a:ext cx="5019923" cy="3435613"/>
          </a:xfrm>
          <a:prstGeom prst="rect">
            <a:avLst/>
          </a:prstGeom>
        </p:spPr>
      </p:pic>
      <p:pic>
        <p:nvPicPr>
          <p:cNvPr id="7" name="Picture 6" descr="A graph of a number of blue and red bars&#10;&#10;AI-generated content may be incorrect.">
            <a:extLst>
              <a:ext uri="{FF2B5EF4-FFF2-40B4-BE49-F238E27FC236}">
                <a16:creationId xmlns:a16="http://schemas.microsoft.com/office/drawing/2014/main" id="{E9B100E6-0067-CF5F-B212-EC72D5287C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35612"/>
            <a:ext cx="4867002" cy="3422387"/>
          </a:xfrm>
          <a:prstGeom prst="rect">
            <a:avLst/>
          </a:prstGeom>
        </p:spPr>
      </p:pic>
      <p:pic>
        <p:nvPicPr>
          <p:cNvPr id="9" name="Picture 8" descr="A graph showing a number of blue rectangular bars&#10;&#10;AI-generated content may be incorrect.">
            <a:extLst>
              <a:ext uri="{FF2B5EF4-FFF2-40B4-BE49-F238E27FC236}">
                <a16:creationId xmlns:a16="http://schemas.microsoft.com/office/drawing/2014/main" id="{1F57FF92-C28E-CB96-A959-376E043BD7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1029" y="3404204"/>
            <a:ext cx="4980970" cy="3453796"/>
          </a:xfrm>
          <a:prstGeom prst="rect">
            <a:avLst/>
          </a:prstGeom>
        </p:spPr>
      </p:pic>
    </p:spTree>
    <p:extLst>
      <p:ext uri="{BB962C8B-B14F-4D97-AF65-F5344CB8AC3E}">
        <p14:creationId xmlns:p14="http://schemas.microsoft.com/office/powerpoint/2010/main" val="238020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the amount of water in the wall cavity&#10;&#10;AI-generated content may be incorrect.">
            <a:extLst>
              <a:ext uri="{FF2B5EF4-FFF2-40B4-BE49-F238E27FC236}">
                <a16:creationId xmlns:a16="http://schemas.microsoft.com/office/drawing/2014/main" id="{3C1ACB93-28A7-B254-3A72-597B6FDCA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77517" cy="3433534"/>
          </a:xfrm>
          <a:prstGeom prst="rect">
            <a:avLst/>
          </a:prstGeom>
        </p:spPr>
      </p:pic>
      <p:pic>
        <p:nvPicPr>
          <p:cNvPr id="5" name="Picture 4" descr="A graph showing a number of different sizes of blue and pink bars&#10;&#10;AI-generated content may be incorrect.">
            <a:extLst>
              <a:ext uri="{FF2B5EF4-FFF2-40B4-BE49-F238E27FC236}">
                <a16:creationId xmlns:a16="http://schemas.microsoft.com/office/drawing/2014/main" id="{85B8803B-B94B-C68F-9BEB-8B3DC5DDF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4482" y="0"/>
            <a:ext cx="4977517" cy="3447679"/>
          </a:xfrm>
          <a:prstGeom prst="rect">
            <a:avLst/>
          </a:prstGeom>
        </p:spPr>
      </p:pic>
      <p:pic>
        <p:nvPicPr>
          <p:cNvPr id="7" name="Picture 6" descr="A diagram of a wall cavity distribution&#10;&#10;AI-generated content may be incorrect.">
            <a:extLst>
              <a:ext uri="{FF2B5EF4-FFF2-40B4-BE49-F238E27FC236}">
                <a16:creationId xmlns:a16="http://schemas.microsoft.com/office/drawing/2014/main" id="{10E81A2C-3D9F-9CF4-A08E-FFB16499B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47678"/>
            <a:ext cx="4928464" cy="3410321"/>
          </a:xfrm>
          <a:prstGeom prst="rect">
            <a:avLst/>
          </a:prstGeom>
        </p:spPr>
      </p:pic>
      <p:pic>
        <p:nvPicPr>
          <p:cNvPr id="9" name="Picture 8" descr="A graph of a number of blue and pink bars&#10;&#10;AI-generated content may be incorrect.">
            <a:extLst>
              <a:ext uri="{FF2B5EF4-FFF2-40B4-BE49-F238E27FC236}">
                <a16:creationId xmlns:a16="http://schemas.microsoft.com/office/drawing/2014/main" id="{0A1E0E48-55D3-C76D-1B41-7D9664B4D2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8351" y="3447677"/>
            <a:ext cx="4893647" cy="3410322"/>
          </a:xfrm>
          <a:prstGeom prst="rect">
            <a:avLst/>
          </a:prstGeom>
        </p:spPr>
      </p:pic>
    </p:spTree>
    <p:extLst>
      <p:ext uri="{BB962C8B-B14F-4D97-AF65-F5344CB8AC3E}">
        <p14:creationId xmlns:p14="http://schemas.microsoft.com/office/powerpoint/2010/main" val="2800543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hart of a wall cavity distribution&#10;&#10;AI-generated content may be incorrect.">
            <a:extLst>
              <a:ext uri="{FF2B5EF4-FFF2-40B4-BE49-F238E27FC236}">
                <a16:creationId xmlns:a16="http://schemas.microsoft.com/office/drawing/2014/main" id="{704476CC-8DED-47E4-EC9C-61A1767FE4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21857" cy="3431113"/>
          </a:xfrm>
          <a:prstGeom prst="rect">
            <a:avLst/>
          </a:prstGeom>
        </p:spPr>
      </p:pic>
      <p:pic>
        <p:nvPicPr>
          <p:cNvPr id="5" name="Picture 4" descr="A graph showing a number of blue rectangular bars&#10;&#10;AI-generated content may be incorrect.">
            <a:extLst>
              <a:ext uri="{FF2B5EF4-FFF2-40B4-BE49-F238E27FC236}">
                <a16:creationId xmlns:a16="http://schemas.microsoft.com/office/drawing/2014/main" id="{86B510EF-1011-29B1-DD84-27C583FA03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0142" y="0"/>
            <a:ext cx="4921858" cy="3413688"/>
          </a:xfrm>
          <a:prstGeom prst="rect">
            <a:avLst/>
          </a:prstGeom>
        </p:spPr>
      </p:pic>
      <p:pic>
        <p:nvPicPr>
          <p:cNvPr id="7" name="Picture 6" descr="A graph showing the size of a wall cavity&#10;&#10;AI-generated content may be incorrect.">
            <a:extLst>
              <a:ext uri="{FF2B5EF4-FFF2-40B4-BE49-F238E27FC236}">
                <a16:creationId xmlns:a16="http://schemas.microsoft.com/office/drawing/2014/main" id="{2D5C0AC0-E83A-B0C5-0C24-356B972AA7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26886"/>
            <a:ext cx="4918960" cy="3431113"/>
          </a:xfrm>
          <a:prstGeom prst="rect">
            <a:avLst/>
          </a:prstGeom>
        </p:spPr>
      </p:pic>
      <p:pic>
        <p:nvPicPr>
          <p:cNvPr id="9" name="Picture 8" descr="A graph showing the amount of wall cavity distribution&#10;&#10;AI-generated content may be incorrect.">
            <a:extLst>
              <a:ext uri="{FF2B5EF4-FFF2-40B4-BE49-F238E27FC236}">
                <a16:creationId xmlns:a16="http://schemas.microsoft.com/office/drawing/2014/main" id="{B1CDA7E0-E46B-F396-0404-01BC943CB4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0142" y="3451908"/>
            <a:ext cx="4921858" cy="3406092"/>
          </a:xfrm>
          <a:prstGeom prst="rect">
            <a:avLst/>
          </a:prstGeom>
        </p:spPr>
      </p:pic>
    </p:spTree>
    <p:extLst>
      <p:ext uri="{BB962C8B-B14F-4D97-AF65-F5344CB8AC3E}">
        <p14:creationId xmlns:p14="http://schemas.microsoft.com/office/powerpoint/2010/main" val="2069033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the number of different colored bars&#10;&#10;AI-generated content may be incorrect.">
            <a:extLst>
              <a:ext uri="{FF2B5EF4-FFF2-40B4-BE49-F238E27FC236}">
                <a16:creationId xmlns:a16="http://schemas.microsoft.com/office/drawing/2014/main" id="{28EDFBA3-545C-9F54-3919-D6E060822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37760" cy="3428210"/>
          </a:xfrm>
          <a:prstGeom prst="rect">
            <a:avLst/>
          </a:prstGeom>
        </p:spPr>
      </p:pic>
      <p:pic>
        <p:nvPicPr>
          <p:cNvPr id="5" name="Picture 4" descr="A graph showing different colored bars&#10;&#10;AI-generated content may be incorrect.">
            <a:extLst>
              <a:ext uri="{FF2B5EF4-FFF2-40B4-BE49-F238E27FC236}">
                <a16:creationId xmlns:a16="http://schemas.microsoft.com/office/drawing/2014/main" id="{AA9C4E3C-4FC7-9B80-39C7-9DE0CA6E2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4238" y="0"/>
            <a:ext cx="4937761" cy="3431139"/>
          </a:xfrm>
          <a:prstGeom prst="rect">
            <a:avLst/>
          </a:prstGeom>
        </p:spPr>
      </p:pic>
      <p:pic>
        <p:nvPicPr>
          <p:cNvPr id="7" name="Picture 6" descr="A chart of different colored bars&#10;&#10;AI-generated content may be incorrect.">
            <a:extLst>
              <a:ext uri="{FF2B5EF4-FFF2-40B4-BE49-F238E27FC236}">
                <a16:creationId xmlns:a16="http://schemas.microsoft.com/office/drawing/2014/main" id="{5EEF7585-D882-156B-2539-740DC916DF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26860"/>
            <a:ext cx="5040454" cy="3431139"/>
          </a:xfrm>
          <a:prstGeom prst="rect">
            <a:avLst/>
          </a:prstGeom>
        </p:spPr>
      </p:pic>
      <p:pic>
        <p:nvPicPr>
          <p:cNvPr id="9" name="Picture 8" descr="A graph showing different colored bars&#10;&#10;AI-generated content may be incorrect.">
            <a:extLst>
              <a:ext uri="{FF2B5EF4-FFF2-40B4-BE49-F238E27FC236}">
                <a16:creationId xmlns:a16="http://schemas.microsoft.com/office/drawing/2014/main" id="{6F85AA78-ECBC-4FC5-0BDF-4F076E8352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1544" y="3456466"/>
            <a:ext cx="5040455" cy="3401534"/>
          </a:xfrm>
          <a:prstGeom prst="rect">
            <a:avLst/>
          </a:prstGeom>
        </p:spPr>
      </p:pic>
    </p:spTree>
    <p:extLst>
      <p:ext uri="{BB962C8B-B14F-4D97-AF65-F5344CB8AC3E}">
        <p14:creationId xmlns:p14="http://schemas.microsoft.com/office/powerpoint/2010/main" val="506688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6895E-6833-D825-D971-5C6CF02E5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CB52E-8699-CE7E-F45D-39AD77721B96}"/>
              </a:ext>
            </a:extLst>
          </p:cNvPr>
          <p:cNvSpPr>
            <a:spLocks noGrp="1"/>
          </p:cNvSpPr>
          <p:nvPr>
            <p:ph type="title"/>
          </p:nvPr>
        </p:nvSpPr>
        <p:spPr/>
        <p:txBody>
          <a:bodyPr/>
          <a:lstStyle/>
          <a:p>
            <a:r>
              <a:rPr lang="en-US" dirty="0"/>
              <a:t>Model-Based Analysis</a:t>
            </a:r>
          </a:p>
        </p:txBody>
      </p:sp>
    </p:spTree>
    <p:extLst>
      <p:ext uri="{BB962C8B-B14F-4D97-AF65-F5344CB8AC3E}">
        <p14:creationId xmlns:p14="http://schemas.microsoft.com/office/powerpoint/2010/main" val="2839807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7174-4679-494A-352A-0E1971B847D6}"/>
              </a:ext>
            </a:extLst>
          </p:cNvPr>
          <p:cNvSpPr>
            <a:spLocks noGrp="1"/>
          </p:cNvSpPr>
          <p:nvPr>
            <p:ph type="title"/>
          </p:nvPr>
        </p:nvSpPr>
        <p:spPr/>
        <p:txBody>
          <a:bodyPr/>
          <a:lstStyle/>
          <a:p>
            <a:r>
              <a:rPr lang="en-US" dirty="0"/>
              <a:t>Modeling Approach 1 – (Binary) Logistic Regression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E573DE-5D0A-891D-AE96-3CD792542072}"/>
                  </a:ext>
                </a:extLst>
              </p:cNvPr>
              <p:cNvSpPr>
                <a:spLocks noGrp="1"/>
              </p:cNvSpPr>
              <p:nvPr>
                <p:ph idx="1"/>
              </p:nvPr>
            </p:nvSpPr>
            <p:spPr/>
            <p:txBody>
              <a:bodyPr/>
              <a:lstStyle/>
              <a:p>
                <a:r>
                  <a:rPr lang="en-US" dirty="0"/>
                  <a:t>Let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=1, …, 160</m:t>
                    </m:r>
                  </m:oMath>
                </a14:m>
                <a:r>
                  <a:rPr lang="en-US" dirty="0"/>
                  <a:t> be subject,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𝑅𝑈𝐿</m:t>
                    </m:r>
                    <m:r>
                      <a:rPr lang="en-US" i="1">
                        <a:latin typeface="Cambria Math" panose="02040503050406030204" pitchFamily="18" charset="0"/>
                      </a:rPr>
                      <m:t>, …, </m:t>
                    </m:r>
                    <m:r>
                      <a:rPr lang="en-US" i="1">
                        <a:latin typeface="Cambria Math" panose="02040503050406030204" pitchFamily="18" charset="0"/>
                      </a:rPr>
                      <m:t>𝐿𝐿𝐿</m:t>
                    </m:r>
                  </m:oMath>
                </a14:m>
                <a:r>
                  <a:rPr lang="en-US" dirty="0"/>
                  <a:t> be lobe,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𝐽𝑊</m:t>
                    </m:r>
                    <m:r>
                      <a:rPr lang="en-US" i="1">
                        <a:latin typeface="Cambria Math" panose="02040503050406030204" pitchFamily="18" charset="0"/>
                      </a:rPr>
                      <m:t>, </m:t>
                    </m:r>
                    <m:r>
                      <a:rPr lang="en-US" i="1">
                        <a:latin typeface="Cambria Math" panose="02040503050406030204" pitchFamily="18" charset="0"/>
                      </a:rPr>
                      <m:t>𝑉𝐻</m:t>
                    </m:r>
                  </m:oMath>
                </a14:m>
                <a:r>
                  <a:rPr lang="en-US" dirty="0"/>
                  <a:t> be rater, and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=1,…,4</m:t>
                    </m:r>
                  </m:oMath>
                </a14:m>
                <a:r>
                  <a:rPr lang="en-US" dirty="0">
                    <a:latin typeface="Cambria Math" panose="02040503050406030204" pitchFamily="18" charset="0"/>
                    <a:ea typeface="Cambria Math" panose="02040503050406030204" pitchFamily="18" charset="0"/>
                  </a:rPr>
                  <a:t> </a:t>
                </a:r>
                <a:r>
                  <a:rPr lang="en-US" dirty="0"/>
                  <a:t>be the four pathogen groups.  Our statistical model can thus be expressed as:</a:t>
                </a:r>
              </a:p>
              <a:p>
                <a:pP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𝝀</m:t>
                        </m:r>
                      </m:e>
                      <m:sub>
                        <m:r>
                          <a:rPr lang="en-US" b="1" i="1">
                            <a:latin typeface="Cambria Math" panose="02040503050406030204" pitchFamily="18" charset="0"/>
                          </a:rPr>
                          <m:t>𝒊𝒋𝒌</m:t>
                        </m:r>
                        <m:r>
                          <a:rPr lang="en-US" b="1" i="1" smtClean="0">
                            <a:latin typeface="Cambria Math" panose="02040503050406030204" pitchFamily="18" charset="0"/>
                          </a:rPr>
                          <m:t>𝒍</m:t>
                        </m:r>
                      </m:sub>
                    </m:sSub>
                    <m:r>
                      <a:rPr lang="en-US" b="1" i="1">
                        <a:latin typeface="Cambria Math" panose="02040503050406030204" pitchFamily="18" charset="0"/>
                      </a:rPr>
                      <m:t>= </m:t>
                    </m:r>
                    <m:r>
                      <a:rPr lang="en-US" b="1" i="1">
                        <a:latin typeface="Cambria Math" panose="02040503050406030204" pitchFamily="18" charset="0"/>
                      </a:rPr>
                      <m:t>𝒍𝒐𝒈𝒊𝒕</m:t>
                    </m:r>
                    <m:d>
                      <m:dPr>
                        <m:ctrlPr>
                          <a:rPr lang="en-US" b="1" i="1">
                            <a:latin typeface="Cambria Math" panose="02040503050406030204" pitchFamily="18" charset="0"/>
                          </a:rPr>
                        </m:ctrlPr>
                      </m:dPr>
                      <m:e>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𝑺𝒄𝒐𝒓</m:t>
                            </m:r>
                            <m:sSub>
                              <m:sSubPr>
                                <m:ctrlPr>
                                  <a:rPr lang="en-US" b="1" i="1">
                                    <a:latin typeface="Cambria Math" panose="02040503050406030204" pitchFamily="18" charset="0"/>
                                  </a:rPr>
                                </m:ctrlPr>
                              </m:sSubPr>
                              <m:e>
                                <m:r>
                                  <a:rPr lang="en-US" b="1" i="1">
                                    <a:latin typeface="Cambria Math" panose="02040503050406030204" pitchFamily="18" charset="0"/>
                                  </a:rPr>
                                  <m:t>𝒆</m:t>
                                </m:r>
                              </m:e>
                              <m:sub>
                                <m:r>
                                  <a:rPr lang="en-US" b="1" i="1">
                                    <a:latin typeface="Cambria Math" panose="02040503050406030204" pitchFamily="18" charset="0"/>
                                  </a:rPr>
                                  <m:t>𝒊𝒋𝒌</m:t>
                                </m:r>
                              </m:sub>
                            </m:sSub>
                            <m:r>
                              <a:rPr lang="en-US" b="1" i="1">
                                <a:latin typeface="Cambria Math" panose="02040503050406030204" pitchFamily="18" charset="0"/>
                              </a:rPr>
                              <m:t>=</m:t>
                            </m:r>
                            <m:r>
                              <a:rPr lang="en-US" b="1" i="1">
                                <a:latin typeface="Cambria Math" panose="02040503050406030204" pitchFamily="18" charset="0"/>
                              </a:rPr>
                              <m:t>𝟏</m:t>
                            </m:r>
                          </m:e>
                        </m:d>
                      </m:e>
                    </m:d>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𝟎</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𝟏</m:t>
                        </m:r>
                        <m:r>
                          <a:rPr lang="en-US" b="1" i="1">
                            <a:latin typeface="Cambria Math" panose="02040503050406030204" pitchFamily="18" charset="0"/>
                          </a:rPr>
                          <m:t>𝒋</m:t>
                        </m:r>
                      </m:sub>
                    </m:sSub>
                    <m:d>
                      <m:dPr>
                        <m:ctrlPr>
                          <a:rPr lang="en-US" b="1" i="1">
                            <a:latin typeface="Cambria Math" panose="02040503050406030204" pitchFamily="18" charset="0"/>
                          </a:rPr>
                        </m:ctrlPr>
                      </m:dPr>
                      <m:e>
                        <m:r>
                          <a:rPr lang="en-US" b="1" i="1">
                            <a:latin typeface="Cambria Math" panose="02040503050406030204" pitchFamily="18" charset="0"/>
                          </a:rPr>
                          <m:t>𝒍𝒐𝒃</m:t>
                        </m:r>
                        <m:sSub>
                          <m:sSubPr>
                            <m:ctrlPr>
                              <a:rPr lang="en-US" b="1" i="1">
                                <a:latin typeface="Cambria Math" panose="02040503050406030204" pitchFamily="18" charset="0"/>
                              </a:rPr>
                            </m:ctrlPr>
                          </m:sSubPr>
                          <m:e>
                            <m:r>
                              <a:rPr lang="en-US" b="1" i="1">
                                <a:latin typeface="Cambria Math" panose="02040503050406030204" pitchFamily="18" charset="0"/>
                              </a:rPr>
                              <m:t>𝒆</m:t>
                            </m:r>
                          </m:e>
                          <m:sub>
                            <m:r>
                              <a:rPr lang="en-US" b="1" i="1">
                                <a:latin typeface="Cambria Math" panose="02040503050406030204" pitchFamily="18" charset="0"/>
                              </a:rPr>
                              <m:t>𝒋</m:t>
                            </m:r>
                          </m:sub>
                        </m:sSub>
                      </m:e>
                    </m:d>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𝟐</m:t>
                        </m:r>
                        <m:r>
                          <a:rPr lang="en-US" b="1" i="1">
                            <a:latin typeface="Cambria Math" panose="02040503050406030204" pitchFamily="18" charset="0"/>
                          </a:rPr>
                          <m:t>𝒌</m:t>
                        </m:r>
                      </m:sub>
                    </m:sSub>
                    <m:d>
                      <m:dPr>
                        <m:ctrlPr>
                          <a:rPr lang="en-US" b="1" i="1">
                            <a:latin typeface="Cambria Math" panose="02040503050406030204" pitchFamily="18" charset="0"/>
                          </a:rPr>
                        </m:ctrlPr>
                      </m:dPr>
                      <m:e>
                        <m:r>
                          <a:rPr lang="en-US" b="1" i="1">
                            <a:latin typeface="Cambria Math" panose="02040503050406030204" pitchFamily="18" charset="0"/>
                          </a:rPr>
                          <m:t>𝒓𝒂𝒕𝒆</m:t>
                        </m:r>
                        <m:sSub>
                          <m:sSubPr>
                            <m:ctrlPr>
                              <a:rPr lang="en-US" b="1" i="1">
                                <a:latin typeface="Cambria Math" panose="02040503050406030204" pitchFamily="18" charset="0"/>
                              </a:rPr>
                            </m:ctrlPr>
                          </m:sSubPr>
                          <m:e>
                            <m:r>
                              <a:rPr lang="en-US" b="1" i="1">
                                <a:latin typeface="Cambria Math" panose="02040503050406030204" pitchFamily="18" charset="0"/>
                              </a:rPr>
                              <m:t>𝒓</m:t>
                            </m:r>
                          </m:e>
                          <m:sub>
                            <m:r>
                              <a:rPr lang="en-US" b="1" i="1">
                                <a:latin typeface="Cambria Math" panose="02040503050406030204" pitchFamily="18" charset="0"/>
                              </a:rPr>
                              <m:t>𝒌</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𝜷</m:t>
                        </m:r>
                      </m:e>
                      <m:sub>
                        <m:r>
                          <a:rPr lang="en-US" b="1" i="1" smtClean="0">
                            <a:latin typeface="Cambria Math" panose="02040503050406030204" pitchFamily="18" charset="0"/>
                          </a:rPr>
                          <m:t>𝟑</m:t>
                        </m:r>
                        <m:r>
                          <a:rPr lang="en-US" b="1" i="1" smtClean="0">
                            <a:latin typeface="Cambria Math" panose="02040503050406030204" pitchFamily="18" charset="0"/>
                          </a:rPr>
                          <m:t>𝒍</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𝒑𝒂𝒕𝒉𝒐𝒈𝒆</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𝒍</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𝜷</m:t>
                        </m:r>
                      </m:e>
                      <m:sub>
                        <m:r>
                          <a:rPr lang="en-US" b="1" i="1" smtClean="0">
                            <a:latin typeface="Cambria Math" panose="02040503050406030204" pitchFamily="18" charset="0"/>
                          </a:rPr>
                          <m:t>𝟒</m:t>
                        </m:r>
                        <m:r>
                          <a:rPr lang="en-US" b="1" i="1" smtClean="0">
                            <a:latin typeface="Cambria Math" panose="02040503050406030204" pitchFamily="18" charset="0"/>
                          </a:rPr>
                          <m:t>𝒋𝒍</m:t>
                        </m:r>
                      </m:sub>
                    </m:sSub>
                    <m:r>
                      <a:rPr lang="en-US" b="1" i="1" smtClean="0">
                        <a:latin typeface="Cambria Math" panose="02040503050406030204" pitchFamily="18" charset="0"/>
                      </a:rPr>
                      <m:t>(</m:t>
                    </m:r>
                    <m:r>
                      <a:rPr lang="en-US" b="1" i="1" smtClean="0">
                        <a:latin typeface="Cambria Math" panose="02040503050406030204" pitchFamily="18" charset="0"/>
                      </a:rPr>
                      <m:t>𝒍𝒐𝒃</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𝒆</m:t>
                        </m:r>
                      </m:e>
                      <m:sub>
                        <m:r>
                          <a:rPr lang="en-US" b="1" i="1" smtClean="0">
                            <a:latin typeface="Cambria Math" panose="02040503050406030204" pitchFamily="18" charset="0"/>
                          </a:rPr>
                          <m:t>𝒋</m:t>
                        </m:r>
                      </m:sub>
                    </m:sSub>
                    <m:r>
                      <a:rPr lang="en-US" b="1" i="1" smtClean="0">
                        <a:latin typeface="Cambria Math" panose="02040503050406030204" pitchFamily="18" charset="0"/>
                      </a:rPr>
                      <m:t>×</m:t>
                    </m:r>
                    <m:r>
                      <a:rPr lang="en-US" b="1" i="1" smtClean="0">
                        <a:latin typeface="Cambria Math" panose="02040503050406030204" pitchFamily="18" charset="0"/>
                      </a:rPr>
                      <m:t>𝒑𝒂𝒕𝒉𝒐𝒈𝒆</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𝒍</m:t>
                        </m:r>
                      </m:sub>
                    </m:sSub>
                    <m:r>
                      <a:rPr lang="en-US" b="1" i="1" smtClean="0">
                        <a:latin typeface="Cambria Math" panose="02040503050406030204" pitchFamily="18" charset="0"/>
                      </a:rPr>
                      <m:t>)</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𝒃</m:t>
                        </m:r>
                      </m:e>
                      <m:sub>
                        <m:r>
                          <a:rPr lang="en-US" b="1" i="1">
                            <a:latin typeface="Cambria Math" panose="02040503050406030204" pitchFamily="18" charset="0"/>
                          </a:rPr>
                          <m:t>𝒊</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𝒃</m:t>
                        </m:r>
                      </m:e>
                      <m:sub>
                        <m:r>
                          <a:rPr lang="en-US" b="1" i="1">
                            <a:latin typeface="Cambria Math" panose="02040503050406030204" pitchFamily="18" charset="0"/>
                          </a:rPr>
                          <m:t>𝒌</m:t>
                        </m:r>
                        <m:d>
                          <m:dPr>
                            <m:ctrlPr>
                              <a:rPr lang="en-US" b="1" i="1">
                                <a:latin typeface="Cambria Math" panose="02040503050406030204" pitchFamily="18" charset="0"/>
                              </a:rPr>
                            </m:ctrlPr>
                          </m:dPr>
                          <m:e>
                            <m:r>
                              <a:rPr lang="en-US" b="1" i="1">
                                <a:latin typeface="Cambria Math" panose="02040503050406030204" pitchFamily="18" charset="0"/>
                              </a:rPr>
                              <m:t>𝒊</m:t>
                            </m:r>
                          </m:e>
                        </m:d>
                      </m:sub>
                    </m:sSub>
                  </m:oMath>
                </a14:m>
                <a:endParaRPr lang="en-US" dirty="0"/>
              </a:p>
              <a:p>
                <a:pPr marL="34290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oMath>
                </a14:m>
                <a:r>
                  <a:rPr lang="en-US" dirty="0"/>
                  <a:t> = random intercept for subject,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𝑠𝑢𝑏𝑗𝑒𝑐𝑡</m:t>
                        </m:r>
                      </m:sub>
                      <m:sup>
                        <m:r>
                          <a:rPr lang="en-US" i="1">
                            <a:latin typeface="Cambria Math" panose="02040503050406030204" pitchFamily="18" charset="0"/>
                          </a:rPr>
                          <m:t>2</m:t>
                        </m:r>
                      </m:sup>
                    </m:sSubSup>
                    <m:r>
                      <a:rPr lang="en-US" i="1">
                        <a:latin typeface="Cambria Math" panose="02040503050406030204" pitchFamily="18" charset="0"/>
                      </a:rPr>
                      <m:t>)</m:t>
                    </m:r>
                  </m:oMath>
                </a14:m>
                <a:r>
                  <a:rPr lang="en-US" dirty="0"/>
                  <a:t> </a:t>
                </a:r>
              </a:p>
              <a:p>
                <a:pPr marL="34290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d>
                          <m:dPr>
                            <m:ctrlPr>
                              <a:rPr lang="en-US" i="1">
                                <a:latin typeface="Cambria Math" panose="02040503050406030204" pitchFamily="18" charset="0"/>
                              </a:rPr>
                            </m:ctrlPr>
                          </m:dPr>
                          <m:e>
                            <m:r>
                              <a:rPr lang="en-US" i="1">
                                <a:latin typeface="Cambria Math" panose="02040503050406030204" pitchFamily="18" charset="0"/>
                              </a:rPr>
                              <m:t>𝑖</m:t>
                            </m:r>
                          </m:e>
                        </m:d>
                      </m:sub>
                    </m:sSub>
                  </m:oMath>
                </a14:m>
                <a:r>
                  <a:rPr lang="en-US" dirty="0"/>
                  <a:t> = nested random effect for rater within subject,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d>
                          <m:dPr>
                            <m:ctrlPr>
                              <a:rPr lang="en-US" i="1">
                                <a:latin typeface="Cambria Math" panose="02040503050406030204" pitchFamily="18" charset="0"/>
                              </a:rPr>
                            </m:ctrlPr>
                          </m:dPr>
                          <m:e>
                            <m:r>
                              <a:rPr lang="en-US" i="1">
                                <a:latin typeface="Cambria Math" panose="02040503050406030204" pitchFamily="18" charset="0"/>
                              </a:rPr>
                              <m:t>𝑖</m:t>
                            </m:r>
                          </m:e>
                        </m:d>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𝑟𝑎𝑡𝑒𝑟</m:t>
                        </m:r>
                      </m:sub>
                      <m:sup>
                        <m:r>
                          <a:rPr lang="en-US" i="1">
                            <a:latin typeface="Cambria Math" panose="02040503050406030204" pitchFamily="18" charset="0"/>
                          </a:rPr>
                          <m:t>2</m:t>
                        </m:r>
                      </m:sup>
                    </m:sSubSup>
                    <m:r>
                      <a:rPr lang="en-US" i="1">
                        <a:latin typeface="Cambria Math" panose="02040503050406030204" pitchFamily="18" charset="0"/>
                      </a:rPr>
                      <m:t>)</m:t>
                    </m:r>
                  </m:oMath>
                </a14:m>
                <a:endParaRPr lang="en-US" dirty="0"/>
              </a:p>
              <a:p>
                <a:endParaRPr lang="en-US" dirty="0"/>
              </a:p>
            </p:txBody>
          </p:sp>
        </mc:Choice>
        <mc:Fallback>
          <p:sp>
            <p:nvSpPr>
              <p:cNvPr id="3" name="Content Placeholder 2">
                <a:extLst>
                  <a:ext uri="{FF2B5EF4-FFF2-40B4-BE49-F238E27FC236}">
                    <a16:creationId xmlns:a16="http://schemas.microsoft.com/office/drawing/2014/main" id="{BEE573DE-5D0A-891D-AE96-3CD792542072}"/>
                  </a:ext>
                </a:extLst>
              </p:cNvPr>
              <p:cNvSpPr>
                <a:spLocks noGrp="1" noRot="1" noChangeAspect="1" noMove="1" noResize="1" noEditPoints="1" noAdjustHandles="1" noChangeArrowheads="1" noChangeShapeType="1" noTextEdit="1"/>
              </p:cNvSpPr>
              <p:nvPr>
                <p:ph idx="1"/>
              </p:nvPr>
            </p:nvSpPr>
            <p:spPr>
              <a:blipFill>
                <a:blip r:embed="rId2"/>
                <a:stretch>
                  <a:fillRect l="-1455" t="-1667" r="-909"/>
                </a:stretch>
              </a:blipFill>
            </p:spPr>
            <p:txBody>
              <a:bodyPr/>
              <a:lstStyle/>
              <a:p>
                <a:r>
                  <a:rPr lang="en-US">
                    <a:noFill/>
                  </a:rPr>
                  <a:t> </a:t>
                </a:r>
              </a:p>
            </p:txBody>
          </p:sp>
        </mc:Fallback>
      </mc:AlternateContent>
    </p:spTree>
    <p:extLst>
      <p:ext uri="{BB962C8B-B14F-4D97-AF65-F5344CB8AC3E}">
        <p14:creationId xmlns:p14="http://schemas.microsoft.com/office/powerpoint/2010/main" val="3673779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AC5C-BE80-21B9-C61A-D3D204C54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7A8E8-09A1-201F-5BFA-4526BBED35C0}"/>
              </a:ext>
            </a:extLst>
          </p:cNvPr>
          <p:cNvSpPr>
            <a:spLocks noGrp="1"/>
          </p:cNvSpPr>
          <p:nvPr>
            <p:ph type="title"/>
          </p:nvPr>
        </p:nvSpPr>
        <p:spPr/>
        <p:txBody>
          <a:bodyPr/>
          <a:lstStyle/>
          <a:p>
            <a:r>
              <a:rPr lang="en-US" dirty="0"/>
              <a:t>Modeling Approach 2  – Ordinal Logistic Regression (Reduced)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17E5F7-133B-4149-FEDE-3363F8F3E422}"/>
                  </a:ext>
                </a:extLst>
              </p:cNvPr>
              <p:cNvSpPr>
                <a:spLocks noGrp="1"/>
              </p:cNvSpPr>
              <p:nvPr>
                <p:ph idx="1"/>
              </p:nvPr>
            </p:nvSpPr>
            <p:spPr/>
            <p:txBody>
              <a:bodyPr/>
              <a:lstStyle/>
              <a:p>
                <a:r>
                  <a:rPr lang="en-US" dirty="0"/>
                  <a:t>Let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=1, …, 160</m:t>
                    </m:r>
                  </m:oMath>
                </a14:m>
                <a:r>
                  <a:rPr lang="en-US" dirty="0"/>
                  <a:t> be subject,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𝑅𝑈𝐿</m:t>
                    </m:r>
                    <m:r>
                      <a:rPr lang="en-US" i="1">
                        <a:latin typeface="Cambria Math" panose="02040503050406030204" pitchFamily="18" charset="0"/>
                      </a:rPr>
                      <m:t>, …, </m:t>
                    </m:r>
                    <m:r>
                      <a:rPr lang="en-US" i="1">
                        <a:latin typeface="Cambria Math" panose="02040503050406030204" pitchFamily="18" charset="0"/>
                      </a:rPr>
                      <m:t>𝐿𝐿𝐿</m:t>
                    </m:r>
                  </m:oMath>
                </a14:m>
                <a:r>
                  <a:rPr lang="en-US" dirty="0"/>
                  <a:t> be lobe,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𝐽𝑊</m:t>
                    </m:r>
                    <m:r>
                      <a:rPr lang="en-US" i="1">
                        <a:latin typeface="Cambria Math" panose="02040503050406030204" pitchFamily="18" charset="0"/>
                      </a:rPr>
                      <m:t>, </m:t>
                    </m:r>
                    <m:r>
                      <a:rPr lang="en-US" i="1">
                        <a:latin typeface="Cambria Math" panose="02040503050406030204" pitchFamily="18" charset="0"/>
                      </a:rPr>
                      <m:t>𝑉𝐻</m:t>
                    </m:r>
                  </m:oMath>
                </a14:m>
                <a:r>
                  <a:rPr lang="en-US" dirty="0"/>
                  <a:t> be rater,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=1,…,4</m:t>
                    </m:r>
                  </m:oMath>
                </a14:m>
                <a:r>
                  <a:rPr lang="en-US" dirty="0">
                    <a:latin typeface="Cambria Math" panose="02040503050406030204" pitchFamily="18" charset="0"/>
                    <a:ea typeface="Cambria Math" panose="02040503050406030204" pitchFamily="18" charset="0"/>
                  </a:rPr>
                  <a:t> </a:t>
                </a:r>
                <a:r>
                  <a:rPr lang="en-US" dirty="0"/>
                  <a:t>be the four pathogen groups, and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=1,2,3</m:t>
                    </m:r>
                  </m:oMath>
                </a14:m>
                <a:r>
                  <a:rPr lang="en-US" dirty="0"/>
                  <a:t> be the cut-points between the ordinal categories.  Our statistical model can thus be expressed as:</a:t>
                </a:r>
              </a:p>
              <a:p>
                <a:pP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𝝀</m:t>
                        </m:r>
                      </m:e>
                      <m:sub>
                        <m:r>
                          <a:rPr lang="en-US" b="1" i="1">
                            <a:latin typeface="Cambria Math" panose="02040503050406030204" pitchFamily="18" charset="0"/>
                          </a:rPr>
                          <m:t>𝒊𝒋𝒌</m:t>
                        </m:r>
                        <m:r>
                          <a:rPr lang="en-US" b="1" i="1" smtClean="0">
                            <a:latin typeface="Cambria Math" panose="02040503050406030204" pitchFamily="18" charset="0"/>
                          </a:rPr>
                          <m:t>𝒍𝒎</m:t>
                        </m:r>
                      </m:sub>
                    </m:sSub>
                    <m:r>
                      <a:rPr lang="en-US" b="1" i="1">
                        <a:latin typeface="Cambria Math" panose="02040503050406030204" pitchFamily="18" charset="0"/>
                      </a:rPr>
                      <m:t>= </m:t>
                    </m:r>
                    <m:r>
                      <a:rPr lang="en-US" b="1" i="1">
                        <a:latin typeface="Cambria Math" panose="02040503050406030204" pitchFamily="18" charset="0"/>
                      </a:rPr>
                      <m:t>𝒍𝒐𝒈𝒊𝒕</m:t>
                    </m:r>
                    <m:d>
                      <m:dPr>
                        <m:ctrlPr>
                          <a:rPr lang="en-US" b="1" i="1">
                            <a:latin typeface="Cambria Math" panose="02040503050406030204" pitchFamily="18" charset="0"/>
                          </a:rPr>
                        </m:ctrlPr>
                      </m:dPr>
                      <m:e>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𝑺𝒄𝒐𝒓</m:t>
                            </m:r>
                            <m:sSub>
                              <m:sSubPr>
                                <m:ctrlPr>
                                  <a:rPr lang="en-US" b="1" i="1">
                                    <a:latin typeface="Cambria Math" panose="02040503050406030204" pitchFamily="18" charset="0"/>
                                  </a:rPr>
                                </m:ctrlPr>
                              </m:sSubPr>
                              <m:e>
                                <m:r>
                                  <a:rPr lang="en-US" b="1" i="1">
                                    <a:latin typeface="Cambria Math" panose="02040503050406030204" pitchFamily="18" charset="0"/>
                                  </a:rPr>
                                  <m:t>𝒆</m:t>
                                </m:r>
                              </m:e>
                              <m:sub>
                                <m:r>
                                  <a:rPr lang="en-US" b="1" i="1">
                                    <a:latin typeface="Cambria Math" panose="02040503050406030204" pitchFamily="18" charset="0"/>
                                  </a:rPr>
                                  <m:t>𝒊𝒋𝒌</m:t>
                                </m:r>
                              </m:sub>
                            </m:sSub>
                            <m:r>
                              <a:rPr lang="en-US" b="1" i="1" smtClean="0">
                                <a:latin typeface="Cambria Math" panose="02040503050406030204" pitchFamily="18" charset="0"/>
                              </a:rPr>
                              <m:t>≤</m:t>
                            </m:r>
                            <m:r>
                              <a:rPr lang="en-US" b="1" i="1" smtClean="0">
                                <a:latin typeface="Cambria Math" panose="02040503050406030204" pitchFamily="18" charset="0"/>
                              </a:rPr>
                              <m:t>𝒎</m:t>
                            </m:r>
                          </m:e>
                        </m:d>
                      </m:e>
                    </m:d>
                    <m:r>
                      <a:rPr lang="en-US" b="1" i="1">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𝜶</m:t>
                        </m:r>
                      </m:e>
                      <m:sub>
                        <m:r>
                          <a:rPr lang="en-US" b="1" i="1" smtClean="0">
                            <a:latin typeface="Cambria Math" panose="02040503050406030204" pitchFamily="18" charset="0"/>
                          </a:rPr>
                          <m:t>𝒎</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𝟏</m:t>
                        </m:r>
                        <m:r>
                          <a:rPr lang="en-US" b="1" i="1">
                            <a:latin typeface="Cambria Math" panose="02040503050406030204" pitchFamily="18" charset="0"/>
                          </a:rPr>
                          <m:t>𝒋</m:t>
                        </m:r>
                      </m:sub>
                    </m:sSub>
                    <m:d>
                      <m:dPr>
                        <m:ctrlPr>
                          <a:rPr lang="en-US" b="1" i="1">
                            <a:latin typeface="Cambria Math" panose="02040503050406030204" pitchFamily="18" charset="0"/>
                          </a:rPr>
                        </m:ctrlPr>
                      </m:dPr>
                      <m:e>
                        <m:r>
                          <a:rPr lang="en-US" b="1" i="1">
                            <a:latin typeface="Cambria Math" panose="02040503050406030204" pitchFamily="18" charset="0"/>
                          </a:rPr>
                          <m:t>𝒍𝒐𝒃</m:t>
                        </m:r>
                        <m:sSub>
                          <m:sSubPr>
                            <m:ctrlPr>
                              <a:rPr lang="en-US" b="1" i="1">
                                <a:latin typeface="Cambria Math" panose="02040503050406030204" pitchFamily="18" charset="0"/>
                              </a:rPr>
                            </m:ctrlPr>
                          </m:sSubPr>
                          <m:e>
                            <m:r>
                              <a:rPr lang="en-US" b="1" i="1">
                                <a:latin typeface="Cambria Math" panose="02040503050406030204" pitchFamily="18" charset="0"/>
                              </a:rPr>
                              <m:t>𝒆</m:t>
                            </m:r>
                          </m:e>
                          <m:sub>
                            <m:r>
                              <a:rPr lang="en-US" b="1" i="1">
                                <a:latin typeface="Cambria Math" panose="02040503050406030204" pitchFamily="18" charset="0"/>
                              </a:rPr>
                              <m:t>𝒋</m:t>
                            </m:r>
                          </m:sub>
                        </m:sSub>
                      </m:e>
                    </m:d>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𝟐</m:t>
                        </m:r>
                        <m:r>
                          <a:rPr lang="en-US" b="1" i="1">
                            <a:latin typeface="Cambria Math" panose="02040503050406030204" pitchFamily="18" charset="0"/>
                          </a:rPr>
                          <m:t>𝒌</m:t>
                        </m:r>
                      </m:sub>
                    </m:sSub>
                    <m:d>
                      <m:dPr>
                        <m:ctrlPr>
                          <a:rPr lang="en-US" b="1" i="1">
                            <a:latin typeface="Cambria Math" panose="02040503050406030204" pitchFamily="18" charset="0"/>
                          </a:rPr>
                        </m:ctrlPr>
                      </m:dPr>
                      <m:e>
                        <m:r>
                          <a:rPr lang="en-US" b="1" i="1">
                            <a:latin typeface="Cambria Math" panose="02040503050406030204" pitchFamily="18" charset="0"/>
                          </a:rPr>
                          <m:t>𝒓𝒂𝒕𝒆</m:t>
                        </m:r>
                        <m:sSub>
                          <m:sSubPr>
                            <m:ctrlPr>
                              <a:rPr lang="en-US" b="1" i="1">
                                <a:latin typeface="Cambria Math" panose="02040503050406030204" pitchFamily="18" charset="0"/>
                              </a:rPr>
                            </m:ctrlPr>
                          </m:sSubPr>
                          <m:e>
                            <m:r>
                              <a:rPr lang="en-US" b="1" i="1">
                                <a:latin typeface="Cambria Math" panose="02040503050406030204" pitchFamily="18" charset="0"/>
                              </a:rPr>
                              <m:t>𝒓</m:t>
                            </m:r>
                          </m:e>
                          <m:sub>
                            <m:r>
                              <a:rPr lang="en-US" b="1" i="1">
                                <a:latin typeface="Cambria Math" panose="02040503050406030204" pitchFamily="18" charset="0"/>
                              </a:rPr>
                              <m:t>𝒌</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𝜷</m:t>
                        </m:r>
                      </m:e>
                      <m:sub>
                        <m:r>
                          <a:rPr lang="en-US" b="1" i="1" smtClean="0">
                            <a:latin typeface="Cambria Math" panose="02040503050406030204" pitchFamily="18" charset="0"/>
                          </a:rPr>
                          <m:t>𝟑</m:t>
                        </m:r>
                        <m:r>
                          <a:rPr lang="en-US" b="1" i="1" smtClean="0">
                            <a:latin typeface="Cambria Math" panose="02040503050406030204" pitchFamily="18" charset="0"/>
                          </a:rPr>
                          <m:t>𝒍</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𝒑𝒂𝒕𝒉𝒐𝒈𝒆</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𝒍</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𝜷</m:t>
                        </m:r>
                      </m:e>
                      <m:sub>
                        <m:r>
                          <a:rPr lang="en-US" b="1" i="1" smtClean="0">
                            <a:latin typeface="Cambria Math" panose="02040503050406030204" pitchFamily="18" charset="0"/>
                          </a:rPr>
                          <m:t>𝟒</m:t>
                        </m:r>
                        <m:r>
                          <a:rPr lang="en-US" b="1" i="1" smtClean="0">
                            <a:latin typeface="Cambria Math" panose="02040503050406030204" pitchFamily="18" charset="0"/>
                          </a:rPr>
                          <m:t>𝒋𝒍</m:t>
                        </m:r>
                      </m:sub>
                    </m:sSub>
                    <m:r>
                      <a:rPr lang="en-US" b="1" i="1" smtClean="0">
                        <a:latin typeface="Cambria Math" panose="02040503050406030204" pitchFamily="18" charset="0"/>
                      </a:rPr>
                      <m:t>(</m:t>
                    </m:r>
                    <m:r>
                      <a:rPr lang="en-US" b="1" i="1" smtClean="0">
                        <a:latin typeface="Cambria Math" panose="02040503050406030204" pitchFamily="18" charset="0"/>
                      </a:rPr>
                      <m:t>𝒍𝒐𝒃</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𝒆</m:t>
                        </m:r>
                      </m:e>
                      <m:sub>
                        <m:r>
                          <a:rPr lang="en-US" b="1" i="1" smtClean="0">
                            <a:latin typeface="Cambria Math" panose="02040503050406030204" pitchFamily="18" charset="0"/>
                          </a:rPr>
                          <m:t>𝒋</m:t>
                        </m:r>
                      </m:sub>
                    </m:sSub>
                    <m:r>
                      <a:rPr lang="en-US" b="1" i="1" smtClean="0">
                        <a:latin typeface="Cambria Math" panose="02040503050406030204" pitchFamily="18" charset="0"/>
                      </a:rPr>
                      <m:t>×</m:t>
                    </m:r>
                    <m:r>
                      <a:rPr lang="en-US" b="1" i="1" smtClean="0">
                        <a:latin typeface="Cambria Math" panose="02040503050406030204" pitchFamily="18" charset="0"/>
                      </a:rPr>
                      <m:t>𝒑𝒂𝒕𝒉𝒐𝒈𝒆</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𝒍</m:t>
                        </m:r>
                      </m:sub>
                    </m:sSub>
                    <m:r>
                      <a:rPr lang="en-US" b="1" i="1" smtClean="0">
                        <a:latin typeface="Cambria Math" panose="02040503050406030204" pitchFamily="18" charset="0"/>
                      </a:rPr>
                      <m:t>)</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𝒃</m:t>
                        </m:r>
                      </m:e>
                      <m:sub>
                        <m:r>
                          <a:rPr lang="en-US" b="1" i="1">
                            <a:latin typeface="Cambria Math" panose="02040503050406030204" pitchFamily="18" charset="0"/>
                          </a:rPr>
                          <m:t>𝒊</m:t>
                        </m:r>
                      </m:sub>
                    </m:sSub>
                  </m:oMath>
                </a14:m>
                <a:endParaRPr lang="en-US" dirty="0"/>
              </a:p>
              <a:p>
                <a:pPr marL="342900"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𝑚</m:t>
                        </m:r>
                      </m:sub>
                    </m:sSub>
                    <m:r>
                      <a:rPr lang="en-US" b="0" i="1" smtClean="0">
                        <a:latin typeface="Cambria Math" panose="02040503050406030204" pitchFamily="18" charset="0"/>
                      </a:rPr>
                      <m:t>= </m:t>
                    </m:r>
                  </m:oMath>
                </a14:m>
                <a:r>
                  <a:rPr lang="en-US" dirty="0"/>
                  <a:t>random cut-point-dependent intercept</a:t>
                </a:r>
                <a:endParaRPr lang="en-US"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oMath>
                </a14:m>
                <a:r>
                  <a:rPr lang="en-US" dirty="0"/>
                  <a:t> = random intercept for subject,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𝑠𝑢𝑏𝑗𝑒𝑐𝑡</m:t>
                        </m:r>
                      </m:sub>
                      <m:sup>
                        <m:r>
                          <a:rPr lang="en-US" i="1">
                            <a:latin typeface="Cambria Math" panose="02040503050406030204" pitchFamily="18" charset="0"/>
                          </a:rPr>
                          <m:t>2</m:t>
                        </m:r>
                      </m:sup>
                    </m:sSubSup>
                    <m:r>
                      <a:rPr lang="en-US" i="1">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1717E5F7-133B-4149-FEDE-3363F8F3E422}"/>
                  </a:ext>
                </a:extLst>
              </p:cNvPr>
              <p:cNvSpPr>
                <a:spLocks noGrp="1" noRot="1" noChangeAspect="1" noMove="1" noResize="1" noEditPoints="1" noAdjustHandles="1" noChangeArrowheads="1" noChangeShapeType="1" noTextEdit="1"/>
              </p:cNvSpPr>
              <p:nvPr>
                <p:ph idx="1"/>
              </p:nvPr>
            </p:nvSpPr>
            <p:spPr>
              <a:blipFill>
                <a:blip r:embed="rId2"/>
                <a:stretch>
                  <a:fillRect l="-1455" t="-1667" r="-485"/>
                </a:stretch>
              </a:blipFill>
            </p:spPr>
            <p:txBody>
              <a:bodyPr/>
              <a:lstStyle/>
              <a:p>
                <a:r>
                  <a:rPr lang="en-US">
                    <a:noFill/>
                  </a:rPr>
                  <a:t> </a:t>
                </a:r>
              </a:p>
            </p:txBody>
          </p:sp>
        </mc:Fallback>
      </mc:AlternateContent>
    </p:spTree>
    <p:extLst>
      <p:ext uri="{BB962C8B-B14F-4D97-AF65-F5344CB8AC3E}">
        <p14:creationId xmlns:p14="http://schemas.microsoft.com/office/powerpoint/2010/main" val="2814949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9113A-41AC-EB51-9985-7C6AB5A1D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C54C7-036B-458B-FCBF-E7FD71AAEEE7}"/>
              </a:ext>
            </a:extLst>
          </p:cNvPr>
          <p:cNvSpPr>
            <a:spLocks noGrp="1"/>
          </p:cNvSpPr>
          <p:nvPr>
            <p:ph type="title"/>
          </p:nvPr>
        </p:nvSpPr>
        <p:spPr/>
        <p:txBody>
          <a:bodyPr/>
          <a:lstStyle/>
          <a:p>
            <a:r>
              <a:rPr lang="en-US" dirty="0"/>
              <a:t>Modeling Approach 3  – Ordinal Logistic Regression (Full)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3F3C6C-B68C-8DD1-114E-11F21B2438B1}"/>
                  </a:ext>
                </a:extLst>
              </p:cNvPr>
              <p:cNvSpPr>
                <a:spLocks noGrp="1"/>
              </p:cNvSpPr>
              <p:nvPr>
                <p:ph idx="1"/>
              </p:nvPr>
            </p:nvSpPr>
            <p:spPr/>
            <p:txBody>
              <a:bodyPr/>
              <a:lstStyle/>
              <a:p>
                <a:r>
                  <a:rPr lang="en-US" dirty="0"/>
                  <a:t>Let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=1, …, 160</m:t>
                    </m:r>
                  </m:oMath>
                </a14:m>
                <a:r>
                  <a:rPr lang="en-US" dirty="0"/>
                  <a:t> be subject,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𝑅𝑈𝐿</m:t>
                    </m:r>
                    <m:r>
                      <a:rPr lang="en-US" i="1">
                        <a:latin typeface="Cambria Math" panose="02040503050406030204" pitchFamily="18" charset="0"/>
                      </a:rPr>
                      <m:t>, …, </m:t>
                    </m:r>
                    <m:r>
                      <a:rPr lang="en-US" i="1">
                        <a:latin typeface="Cambria Math" panose="02040503050406030204" pitchFamily="18" charset="0"/>
                      </a:rPr>
                      <m:t>𝐿𝐿𝐿</m:t>
                    </m:r>
                  </m:oMath>
                </a14:m>
                <a:r>
                  <a:rPr lang="en-US" dirty="0"/>
                  <a:t> be lobe,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𝐽𝑊</m:t>
                    </m:r>
                    <m:r>
                      <a:rPr lang="en-US" i="1">
                        <a:latin typeface="Cambria Math" panose="02040503050406030204" pitchFamily="18" charset="0"/>
                      </a:rPr>
                      <m:t>, </m:t>
                    </m:r>
                    <m:r>
                      <a:rPr lang="en-US" i="1">
                        <a:latin typeface="Cambria Math" panose="02040503050406030204" pitchFamily="18" charset="0"/>
                      </a:rPr>
                      <m:t>𝑉𝐻</m:t>
                    </m:r>
                  </m:oMath>
                </a14:m>
                <a:r>
                  <a:rPr lang="en-US" dirty="0"/>
                  <a:t> be rater,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=1,…,4</m:t>
                    </m:r>
                  </m:oMath>
                </a14:m>
                <a:r>
                  <a:rPr lang="en-US" dirty="0">
                    <a:latin typeface="Cambria Math" panose="02040503050406030204" pitchFamily="18" charset="0"/>
                    <a:ea typeface="Cambria Math" panose="02040503050406030204" pitchFamily="18" charset="0"/>
                  </a:rPr>
                  <a:t> </a:t>
                </a:r>
                <a:r>
                  <a:rPr lang="en-US" dirty="0"/>
                  <a:t>be the four pathogen groups, and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=1,2,3</m:t>
                    </m:r>
                  </m:oMath>
                </a14:m>
                <a:r>
                  <a:rPr lang="en-US" dirty="0"/>
                  <a:t> be the cut-points between the ordinal categories.  Our statistical model can thus be expressed as:</a:t>
                </a:r>
              </a:p>
              <a:p>
                <a:pP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𝝀</m:t>
                        </m:r>
                      </m:e>
                      <m:sub>
                        <m:r>
                          <a:rPr lang="en-US" b="1" i="1">
                            <a:latin typeface="Cambria Math" panose="02040503050406030204" pitchFamily="18" charset="0"/>
                          </a:rPr>
                          <m:t>𝒊𝒋𝒌</m:t>
                        </m:r>
                        <m:r>
                          <a:rPr lang="en-US" b="1" i="1" smtClean="0">
                            <a:latin typeface="Cambria Math" panose="02040503050406030204" pitchFamily="18" charset="0"/>
                          </a:rPr>
                          <m:t>𝒍𝒎</m:t>
                        </m:r>
                      </m:sub>
                    </m:sSub>
                    <m:r>
                      <a:rPr lang="en-US" b="1" i="1">
                        <a:latin typeface="Cambria Math" panose="02040503050406030204" pitchFamily="18" charset="0"/>
                      </a:rPr>
                      <m:t>= </m:t>
                    </m:r>
                    <m:r>
                      <a:rPr lang="en-US" b="1" i="1">
                        <a:latin typeface="Cambria Math" panose="02040503050406030204" pitchFamily="18" charset="0"/>
                      </a:rPr>
                      <m:t>𝒍𝒐𝒈𝒊𝒕</m:t>
                    </m:r>
                    <m:d>
                      <m:dPr>
                        <m:ctrlPr>
                          <a:rPr lang="en-US" b="1" i="1">
                            <a:latin typeface="Cambria Math" panose="02040503050406030204" pitchFamily="18" charset="0"/>
                          </a:rPr>
                        </m:ctrlPr>
                      </m:dPr>
                      <m:e>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𝑺𝒄𝒐𝒓</m:t>
                            </m:r>
                            <m:sSub>
                              <m:sSubPr>
                                <m:ctrlPr>
                                  <a:rPr lang="en-US" b="1" i="1">
                                    <a:latin typeface="Cambria Math" panose="02040503050406030204" pitchFamily="18" charset="0"/>
                                  </a:rPr>
                                </m:ctrlPr>
                              </m:sSubPr>
                              <m:e>
                                <m:r>
                                  <a:rPr lang="en-US" b="1" i="1">
                                    <a:latin typeface="Cambria Math" panose="02040503050406030204" pitchFamily="18" charset="0"/>
                                  </a:rPr>
                                  <m:t>𝒆</m:t>
                                </m:r>
                              </m:e>
                              <m:sub>
                                <m:r>
                                  <a:rPr lang="en-US" b="1" i="1">
                                    <a:latin typeface="Cambria Math" panose="02040503050406030204" pitchFamily="18" charset="0"/>
                                  </a:rPr>
                                  <m:t>𝒊𝒋𝒌</m:t>
                                </m:r>
                              </m:sub>
                            </m:sSub>
                            <m:r>
                              <a:rPr lang="en-US" b="1" i="1" smtClean="0">
                                <a:latin typeface="Cambria Math" panose="02040503050406030204" pitchFamily="18" charset="0"/>
                              </a:rPr>
                              <m:t>≤</m:t>
                            </m:r>
                            <m:r>
                              <a:rPr lang="en-US" b="1" i="1" smtClean="0">
                                <a:latin typeface="Cambria Math" panose="02040503050406030204" pitchFamily="18" charset="0"/>
                              </a:rPr>
                              <m:t>𝒎</m:t>
                            </m:r>
                          </m:e>
                        </m:d>
                      </m:e>
                    </m:d>
                    <m:r>
                      <a:rPr lang="en-US" b="1" i="1">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𝜶</m:t>
                        </m:r>
                      </m:e>
                      <m:sub>
                        <m:r>
                          <a:rPr lang="en-US" b="1" i="1" smtClean="0">
                            <a:latin typeface="Cambria Math" panose="02040503050406030204" pitchFamily="18" charset="0"/>
                          </a:rPr>
                          <m:t>𝒎</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𝟏</m:t>
                        </m:r>
                        <m:r>
                          <a:rPr lang="en-US" b="1" i="1">
                            <a:latin typeface="Cambria Math" panose="02040503050406030204" pitchFamily="18" charset="0"/>
                          </a:rPr>
                          <m:t>𝒋</m:t>
                        </m:r>
                      </m:sub>
                    </m:sSub>
                    <m:d>
                      <m:dPr>
                        <m:ctrlPr>
                          <a:rPr lang="en-US" b="1" i="1">
                            <a:latin typeface="Cambria Math" panose="02040503050406030204" pitchFamily="18" charset="0"/>
                          </a:rPr>
                        </m:ctrlPr>
                      </m:dPr>
                      <m:e>
                        <m:r>
                          <a:rPr lang="en-US" b="1" i="1">
                            <a:latin typeface="Cambria Math" panose="02040503050406030204" pitchFamily="18" charset="0"/>
                          </a:rPr>
                          <m:t>𝒍𝒐𝒃</m:t>
                        </m:r>
                        <m:sSub>
                          <m:sSubPr>
                            <m:ctrlPr>
                              <a:rPr lang="en-US" b="1" i="1">
                                <a:latin typeface="Cambria Math" panose="02040503050406030204" pitchFamily="18" charset="0"/>
                              </a:rPr>
                            </m:ctrlPr>
                          </m:sSubPr>
                          <m:e>
                            <m:r>
                              <a:rPr lang="en-US" b="1" i="1">
                                <a:latin typeface="Cambria Math" panose="02040503050406030204" pitchFamily="18" charset="0"/>
                              </a:rPr>
                              <m:t>𝒆</m:t>
                            </m:r>
                          </m:e>
                          <m:sub>
                            <m:r>
                              <a:rPr lang="en-US" b="1" i="1">
                                <a:latin typeface="Cambria Math" panose="02040503050406030204" pitchFamily="18" charset="0"/>
                              </a:rPr>
                              <m:t>𝒋</m:t>
                            </m:r>
                          </m:sub>
                        </m:sSub>
                      </m:e>
                    </m:d>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𝟐</m:t>
                        </m:r>
                        <m:r>
                          <a:rPr lang="en-US" b="1" i="1">
                            <a:latin typeface="Cambria Math" panose="02040503050406030204" pitchFamily="18" charset="0"/>
                          </a:rPr>
                          <m:t>𝒌</m:t>
                        </m:r>
                      </m:sub>
                    </m:sSub>
                    <m:d>
                      <m:dPr>
                        <m:ctrlPr>
                          <a:rPr lang="en-US" b="1" i="1">
                            <a:latin typeface="Cambria Math" panose="02040503050406030204" pitchFamily="18" charset="0"/>
                          </a:rPr>
                        </m:ctrlPr>
                      </m:dPr>
                      <m:e>
                        <m:r>
                          <a:rPr lang="en-US" b="1" i="1">
                            <a:latin typeface="Cambria Math" panose="02040503050406030204" pitchFamily="18" charset="0"/>
                          </a:rPr>
                          <m:t>𝒓𝒂𝒕𝒆</m:t>
                        </m:r>
                        <m:sSub>
                          <m:sSubPr>
                            <m:ctrlPr>
                              <a:rPr lang="en-US" b="1" i="1">
                                <a:latin typeface="Cambria Math" panose="02040503050406030204" pitchFamily="18" charset="0"/>
                              </a:rPr>
                            </m:ctrlPr>
                          </m:sSubPr>
                          <m:e>
                            <m:r>
                              <a:rPr lang="en-US" b="1" i="1">
                                <a:latin typeface="Cambria Math" panose="02040503050406030204" pitchFamily="18" charset="0"/>
                              </a:rPr>
                              <m:t>𝒓</m:t>
                            </m:r>
                          </m:e>
                          <m:sub>
                            <m:r>
                              <a:rPr lang="en-US" b="1" i="1">
                                <a:latin typeface="Cambria Math" panose="02040503050406030204" pitchFamily="18" charset="0"/>
                              </a:rPr>
                              <m:t>𝒌</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𝜷</m:t>
                        </m:r>
                      </m:e>
                      <m:sub>
                        <m:r>
                          <a:rPr lang="en-US" b="1" i="1" smtClean="0">
                            <a:latin typeface="Cambria Math" panose="02040503050406030204" pitchFamily="18" charset="0"/>
                          </a:rPr>
                          <m:t>𝟑</m:t>
                        </m:r>
                        <m:r>
                          <a:rPr lang="en-US" b="1" i="1" smtClean="0">
                            <a:latin typeface="Cambria Math" panose="02040503050406030204" pitchFamily="18" charset="0"/>
                          </a:rPr>
                          <m:t>𝒍</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𝒑𝒂𝒕𝒉𝒐𝒈𝒆</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𝒍</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𝜷</m:t>
                        </m:r>
                      </m:e>
                      <m:sub>
                        <m:r>
                          <a:rPr lang="en-US" b="1" i="1" smtClean="0">
                            <a:latin typeface="Cambria Math" panose="02040503050406030204" pitchFamily="18" charset="0"/>
                          </a:rPr>
                          <m:t>𝟒</m:t>
                        </m:r>
                        <m:r>
                          <a:rPr lang="en-US" b="1" i="1" smtClean="0">
                            <a:latin typeface="Cambria Math" panose="02040503050406030204" pitchFamily="18" charset="0"/>
                          </a:rPr>
                          <m:t>𝒋𝒍</m:t>
                        </m:r>
                      </m:sub>
                    </m:sSub>
                    <m:r>
                      <a:rPr lang="en-US" b="1" i="1" smtClean="0">
                        <a:latin typeface="Cambria Math" panose="02040503050406030204" pitchFamily="18" charset="0"/>
                      </a:rPr>
                      <m:t>(</m:t>
                    </m:r>
                    <m:r>
                      <a:rPr lang="en-US" b="1" i="1" smtClean="0">
                        <a:latin typeface="Cambria Math" panose="02040503050406030204" pitchFamily="18" charset="0"/>
                      </a:rPr>
                      <m:t>𝒍𝒐𝒃</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𝒆</m:t>
                        </m:r>
                      </m:e>
                      <m:sub>
                        <m:r>
                          <a:rPr lang="en-US" b="1" i="1" smtClean="0">
                            <a:latin typeface="Cambria Math" panose="02040503050406030204" pitchFamily="18" charset="0"/>
                          </a:rPr>
                          <m:t>𝒋</m:t>
                        </m:r>
                      </m:sub>
                    </m:sSub>
                    <m:r>
                      <a:rPr lang="en-US" b="1" i="1" smtClean="0">
                        <a:latin typeface="Cambria Math" panose="02040503050406030204" pitchFamily="18" charset="0"/>
                      </a:rPr>
                      <m:t>×</m:t>
                    </m:r>
                    <m:r>
                      <a:rPr lang="en-US" b="1" i="1" smtClean="0">
                        <a:latin typeface="Cambria Math" panose="02040503050406030204" pitchFamily="18" charset="0"/>
                      </a:rPr>
                      <m:t>𝒑𝒂𝒕𝒉𝒐𝒈𝒆</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𝒍</m:t>
                        </m:r>
                      </m:sub>
                    </m:sSub>
                    <m:r>
                      <a:rPr lang="en-US" b="1" i="1" smtClean="0">
                        <a:latin typeface="Cambria Math" panose="02040503050406030204" pitchFamily="18" charset="0"/>
                      </a:rPr>
                      <m:t>)</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𝒃</m:t>
                        </m:r>
                      </m:e>
                      <m:sub>
                        <m:r>
                          <a:rPr lang="en-US" b="1" i="1">
                            <a:latin typeface="Cambria Math" panose="02040503050406030204" pitchFamily="18" charset="0"/>
                          </a:rPr>
                          <m:t>𝒊</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𝒃</m:t>
                        </m:r>
                      </m:e>
                      <m:sub>
                        <m:r>
                          <a:rPr lang="en-US" b="1" i="1">
                            <a:latin typeface="Cambria Math" panose="02040503050406030204" pitchFamily="18" charset="0"/>
                          </a:rPr>
                          <m:t>𝒌</m:t>
                        </m:r>
                        <m:d>
                          <m:dPr>
                            <m:ctrlPr>
                              <a:rPr lang="en-US" b="1" i="1">
                                <a:latin typeface="Cambria Math" panose="02040503050406030204" pitchFamily="18" charset="0"/>
                              </a:rPr>
                            </m:ctrlPr>
                          </m:dPr>
                          <m:e>
                            <m:r>
                              <a:rPr lang="en-US" b="1" i="1">
                                <a:latin typeface="Cambria Math" panose="02040503050406030204" pitchFamily="18" charset="0"/>
                              </a:rPr>
                              <m:t>𝒊</m:t>
                            </m:r>
                          </m:e>
                        </m:d>
                      </m:sub>
                    </m:sSub>
                  </m:oMath>
                </a14:m>
                <a:endParaRPr lang="en-US" dirty="0"/>
              </a:p>
              <a:p>
                <a:pPr marL="342900" indent="-34290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𝑚</m:t>
                        </m:r>
                      </m:sub>
                    </m:sSub>
                    <m:r>
                      <a:rPr lang="en-US" b="0" i="1" smtClean="0">
                        <a:latin typeface="Cambria Math" panose="02040503050406030204" pitchFamily="18" charset="0"/>
                      </a:rPr>
                      <m:t>= </m:t>
                    </m:r>
                  </m:oMath>
                </a14:m>
                <a:r>
                  <a:rPr lang="en-US" dirty="0"/>
                  <a:t>random cut-point-dependent intercept</a:t>
                </a:r>
                <a:endParaRPr lang="en-US"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oMath>
                </a14:m>
                <a:r>
                  <a:rPr lang="en-US" dirty="0"/>
                  <a:t> = random intercept for subject,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𝑠𝑢𝑏𝑗𝑒𝑐𝑡</m:t>
                        </m:r>
                      </m:sub>
                      <m:sup>
                        <m:r>
                          <a:rPr lang="en-US" i="1">
                            <a:latin typeface="Cambria Math" panose="02040503050406030204" pitchFamily="18" charset="0"/>
                          </a:rPr>
                          <m:t>2</m:t>
                        </m:r>
                      </m:sup>
                    </m:sSubSup>
                    <m:r>
                      <a:rPr lang="en-US" i="1">
                        <a:latin typeface="Cambria Math" panose="02040503050406030204" pitchFamily="18" charset="0"/>
                      </a:rPr>
                      <m:t>)</m:t>
                    </m:r>
                  </m:oMath>
                </a14:m>
                <a:r>
                  <a:rPr lang="en-US" dirty="0"/>
                  <a:t> </a:t>
                </a:r>
              </a:p>
              <a:p>
                <a:pPr marL="34290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d>
                          <m:dPr>
                            <m:ctrlPr>
                              <a:rPr lang="en-US" i="1">
                                <a:latin typeface="Cambria Math" panose="02040503050406030204" pitchFamily="18" charset="0"/>
                              </a:rPr>
                            </m:ctrlPr>
                          </m:dPr>
                          <m:e>
                            <m:r>
                              <a:rPr lang="en-US" i="1">
                                <a:latin typeface="Cambria Math" panose="02040503050406030204" pitchFamily="18" charset="0"/>
                              </a:rPr>
                              <m:t>𝑖</m:t>
                            </m:r>
                          </m:e>
                        </m:d>
                      </m:sub>
                    </m:sSub>
                  </m:oMath>
                </a14:m>
                <a:r>
                  <a:rPr lang="en-US" dirty="0"/>
                  <a:t> = nested random effect for rater within subject,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d>
                          <m:dPr>
                            <m:ctrlPr>
                              <a:rPr lang="en-US" i="1">
                                <a:latin typeface="Cambria Math" panose="02040503050406030204" pitchFamily="18" charset="0"/>
                              </a:rPr>
                            </m:ctrlPr>
                          </m:dPr>
                          <m:e>
                            <m:r>
                              <a:rPr lang="en-US" i="1">
                                <a:latin typeface="Cambria Math" panose="02040503050406030204" pitchFamily="18" charset="0"/>
                              </a:rPr>
                              <m:t>𝑖</m:t>
                            </m:r>
                          </m:e>
                        </m:d>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𝑟𝑎𝑡𝑒𝑟</m:t>
                        </m:r>
                      </m:sub>
                      <m:sup>
                        <m:r>
                          <a:rPr lang="en-US" i="1">
                            <a:latin typeface="Cambria Math" panose="02040503050406030204" pitchFamily="18" charset="0"/>
                          </a:rPr>
                          <m:t>2</m:t>
                        </m:r>
                      </m:sup>
                    </m:sSubSup>
                    <m:r>
                      <a:rPr lang="en-US" i="1">
                        <a:latin typeface="Cambria Math" panose="02040503050406030204" pitchFamily="18" charset="0"/>
                      </a:rPr>
                      <m:t>)</m:t>
                    </m:r>
                  </m:oMath>
                </a14:m>
                <a:endParaRPr lang="en-US" dirty="0"/>
              </a:p>
              <a:p>
                <a:endParaRPr lang="en-US" dirty="0"/>
              </a:p>
            </p:txBody>
          </p:sp>
        </mc:Choice>
        <mc:Fallback>
          <p:sp>
            <p:nvSpPr>
              <p:cNvPr id="3" name="Content Placeholder 2">
                <a:extLst>
                  <a:ext uri="{FF2B5EF4-FFF2-40B4-BE49-F238E27FC236}">
                    <a16:creationId xmlns:a16="http://schemas.microsoft.com/office/drawing/2014/main" id="{153F3C6C-B68C-8DD1-114E-11F21B2438B1}"/>
                  </a:ext>
                </a:extLst>
              </p:cNvPr>
              <p:cNvSpPr>
                <a:spLocks noGrp="1" noRot="1" noChangeAspect="1" noMove="1" noResize="1" noEditPoints="1" noAdjustHandles="1" noChangeArrowheads="1" noChangeShapeType="1" noTextEdit="1"/>
              </p:cNvSpPr>
              <p:nvPr>
                <p:ph idx="1"/>
              </p:nvPr>
            </p:nvSpPr>
            <p:spPr>
              <a:blipFill>
                <a:blip r:embed="rId2"/>
                <a:stretch>
                  <a:fillRect l="-1455" t="-1667" r="-485"/>
                </a:stretch>
              </a:blipFill>
            </p:spPr>
            <p:txBody>
              <a:bodyPr/>
              <a:lstStyle/>
              <a:p>
                <a:r>
                  <a:rPr lang="en-US">
                    <a:noFill/>
                  </a:rPr>
                  <a:t> </a:t>
                </a:r>
              </a:p>
            </p:txBody>
          </p:sp>
        </mc:Fallback>
      </mc:AlternateContent>
    </p:spTree>
    <p:extLst>
      <p:ext uri="{BB962C8B-B14F-4D97-AF65-F5344CB8AC3E}">
        <p14:creationId xmlns:p14="http://schemas.microsoft.com/office/powerpoint/2010/main" val="3494810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E2F73-195D-4DBD-8992-0B0522304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1D7F6-DE22-256E-7362-2D75D0A7D0F0}"/>
              </a:ext>
            </a:extLst>
          </p:cNvPr>
          <p:cNvSpPr>
            <a:spLocks noGrp="1"/>
          </p:cNvSpPr>
          <p:nvPr>
            <p:ph type="title"/>
          </p:nvPr>
        </p:nvSpPr>
        <p:spPr/>
        <p:txBody>
          <a:bodyPr/>
          <a:lstStyle/>
          <a:p>
            <a:r>
              <a:rPr lang="en-US" dirty="0"/>
              <a:t>Atelectasis</a:t>
            </a:r>
          </a:p>
        </p:txBody>
      </p:sp>
      <p:sp>
        <p:nvSpPr>
          <p:cNvPr id="3" name="Content Placeholder 2">
            <a:extLst>
              <a:ext uri="{FF2B5EF4-FFF2-40B4-BE49-F238E27FC236}">
                <a16:creationId xmlns:a16="http://schemas.microsoft.com/office/drawing/2014/main" id="{52DCF286-51E7-BF31-D539-9B2FE7880C55}"/>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Modeled using Approach 2</a:t>
            </a:r>
          </a:p>
          <a:p>
            <a:pPr>
              <a:buFont typeface="Arial" panose="020B0604020202020204" pitchFamily="34" charset="0"/>
              <a:buChar char="•"/>
            </a:pPr>
            <a:r>
              <a:rPr lang="en-US" sz="2800" dirty="0"/>
              <a:t>Type III Tests of the model’s fixed effects indicate a </a:t>
            </a:r>
            <a:r>
              <a:rPr lang="en-US" sz="2800" b="1" dirty="0"/>
              <a:t>significant interaction between lobe and pathogen group </a:t>
            </a:r>
            <a:r>
              <a:rPr lang="en-US" sz="2800" dirty="0"/>
              <a:t>(p=0.0084)</a:t>
            </a:r>
          </a:p>
          <a:p>
            <a:pPr>
              <a:buFont typeface="Arial" panose="020B0604020202020204" pitchFamily="34" charset="0"/>
              <a:buChar char="•"/>
            </a:pPr>
            <a:r>
              <a:rPr lang="en-US" sz="2800" dirty="0"/>
              <a:t>This means the effect of pathogen group is different depending on lung lobe, warranting post-hoc testing (see next slide)</a:t>
            </a:r>
          </a:p>
        </p:txBody>
      </p:sp>
      <p:pic>
        <p:nvPicPr>
          <p:cNvPr id="7" name="Content Placeholder 6">
            <a:extLst>
              <a:ext uri="{FF2B5EF4-FFF2-40B4-BE49-F238E27FC236}">
                <a16:creationId xmlns:a16="http://schemas.microsoft.com/office/drawing/2014/main" id="{7D79C45D-D608-1E83-D23A-CD2E97620C94}"/>
              </a:ext>
            </a:extLst>
          </p:cNvPr>
          <p:cNvPicPr>
            <a:picLocks noGrp="1" noChangeAspect="1"/>
          </p:cNvPicPr>
          <p:nvPr>
            <p:ph sz="half" idx="2"/>
          </p:nvPr>
        </p:nvPicPr>
        <p:blipFill>
          <a:blip r:embed="rId2"/>
          <a:stretch>
            <a:fillRect/>
          </a:stretch>
        </p:blipFill>
        <p:spPr>
          <a:xfrm>
            <a:off x="6378146" y="2466975"/>
            <a:ext cx="4979582" cy="2232713"/>
          </a:xfrm>
          <a:prstGeom prst="rect">
            <a:avLst/>
          </a:prstGeom>
        </p:spPr>
      </p:pic>
    </p:spTree>
    <p:extLst>
      <p:ext uri="{BB962C8B-B14F-4D97-AF65-F5344CB8AC3E}">
        <p14:creationId xmlns:p14="http://schemas.microsoft.com/office/powerpoint/2010/main" val="4202668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610F0-424A-8E17-DEC8-4CE88DE0F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2716D-9E2B-C0D3-DEE4-066E7083B6BC}"/>
              </a:ext>
            </a:extLst>
          </p:cNvPr>
          <p:cNvSpPr>
            <a:spLocks noGrp="1"/>
          </p:cNvSpPr>
          <p:nvPr>
            <p:ph type="title"/>
          </p:nvPr>
        </p:nvSpPr>
        <p:spPr/>
        <p:txBody>
          <a:bodyPr/>
          <a:lstStyle/>
          <a:p>
            <a:r>
              <a:rPr lang="en-US" dirty="0"/>
              <a:t>Atelectasis</a:t>
            </a:r>
          </a:p>
        </p:txBody>
      </p:sp>
      <p:sp>
        <p:nvSpPr>
          <p:cNvPr id="3" name="Content Placeholder 2">
            <a:extLst>
              <a:ext uri="{FF2B5EF4-FFF2-40B4-BE49-F238E27FC236}">
                <a16:creationId xmlns:a16="http://schemas.microsoft.com/office/drawing/2014/main" id="{C167C188-3BB2-FF6B-25BC-657F922AC743}"/>
              </a:ext>
            </a:extLst>
          </p:cNvPr>
          <p:cNvSpPr>
            <a:spLocks noGrp="1"/>
          </p:cNvSpPr>
          <p:nvPr>
            <p:ph sz="half" idx="1"/>
          </p:nvPr>
        </p:nvSpPr>
        <p:spPr/>
        <p:txBody>
          <a:bodyPr>
            <a:normAutofit/>
          </a:bodyPr>
          <a:lstStyle/>
          <a:p>
            <a:pPr>
              <a:buFont typeface="Arial" panose="020B0604020202020204" pitchFamily="34" charset="0"/>
              <a:buChar char="•"/>
            </a:pPr>
            <a:r>
              <a:rPr lang="en-US" sz="2800" dirty="0"/>
              <a:t>Post-hoc testing revealed that the </a:t>
            </a:r>
            <a:r>
              <a:rPr lang="en-US" sz="2800" b="1" dirty="0"/>
              <a:t>differences between pathogen groups were significant overall in the LUS </a:t>
            </a:r>
            <a:r>
              <a:rPr lang="en-US" sz="2800" dirty="0"/>
              <a:t>(p=0.0361)</a:t>
            </a:r>
          </a:p>
          <a:p>
            <a:pPr>
              <a:buFont typeface="Arial" panose="020B0604020202020204" pitchFamily="34" charset="0"/>
              <a:buChar char="•"/>
            </a:pPr>
            <a:r>
              <a:rPr lang="en-US" sz="2800" dirty="0"/>
              <a:t>Additional testing performed to see which pathogen groups significantly differ within this lobes (see next slide)</a:t>
            </a:r>
          </a:p>
        </p:txBody>
      </p:sp>
      <p:pic>
        <p:nvPicPr>
          <p:cNvPr id="6" name="Picture 5">
            <a:extLst>
              <a:ext uri="{FF2B5EF4-FFF2-40B4-BE49-F238E27FC236}">
                <a16:creationId xmlns:a16="http://schemas.microsoft.com/office/drawing/2014/main" id="{5249AD02-659C-2809-6A07-5403D52410D9}"/>
              </a:ext>
            </a:extLst>
          </p:cNvPr>
          <p:cNvPicPr>
            <a:picLocks noChangeAspect="1"/>
          </p:cNvPicPr>
          <p:nvPr/>
        </p:nvPicPr>
        <p:blipFill>
          <a:blip r:embed="rId2"/>
          <a:stretch>
            <a:fillRect/>
          </a:stretch>
        </p:blipFill>
        <p:spPr>
          <a:xfrm>
            <a:off x="6543564" y="2983175"/>
            <a:ext cx="4922194" cy="1226875"/>
          </a:xfrm>
          <a:prstGeom prst="rect">
            <a:avLst/>
          </a:prstGeom>
        </p:spPr>
      </p:pic>
    </p:spTree>
    <p:extLst>
      <p:ext uri="{BB962C8B-B14F-4D97-AF65-F5344CB8AC3E}">
        <p14:creationId xmlns:p14="http://schemas.microsoft.com/office/powerpoint/2010/main" val="2450937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0A74A-9DFB-9BA3-BEDF-12C4A41B8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96A3E-F5E7-0496-E38A-E46D171E0D5A}"/>
              </a:ext>
            </a:extLst>
          </p:cNvPr>
          <p:cNvSpPr>
            <a:spLocks noGrp="1"/>
          </p:cNvSpPr>
          <p:nvPr>
            <p:ph type="title"/>
          </p:nvPr>
        </p:nvSpPr>
        <p:spPr/>
        <p:txBody>
          <a:bodyPr/>
          <a:lstStyle/>
          <a:p>
            <a:r>
              <a:rPr lang="en-US" dirty="0"/>
              <a:t>Atelectasis</a:t>
            </a:r>
          </a:p>
        </p:txBody>
      </p:sp>
      <p:sp>
        <p:nvSpPr>
          <p:cNvPr id="3" name="Content Placeholder 2">
            <a:extLst>
              <a:ext uri="{FF2B5EF4-FFF2-40B4-BE49-F238E27FC236}">
                <a16:creationId xmlns:a16="http://schemas.microsoft.com/office/drawing/2014/main" id="{1974F232-3C3A-B12B-A8C1-4DD786ED75CD}"/>
              </a:ext>
            </a:extLst>
          </p:cNvPr>
          <p:cNvSpPr>
            <a:spLocks noGrp="1"/>
          </p:cNvSpPr>
          <p:nvPr>
            <p:ph sz="half" idx="1"/>
          </p:nvPr>
        </p:nvSpPr>
        <p:spPr>
          <a:xfrm>
            <a:off x="33122" y="2462213"/>
            <a:ext cx="3260408" cy="2952749"/>
          </a:xfrm>
        </p:spPr>
        <p:txBody>
          <a:bodyPr>
            <a:normAutofit/>
          </a:bodyPr>
          <a:lstStyle/>
          <a:p>
            <a:pPr>
              <a:buFont typeface="Arial" panose="020B0604020202020204" pitchFamily="34" charset="0"/>
              <a:buChar char="•"/>
            </a:pPr>
            <a:r>
              <a:rPr lang="en-US" sz="2400" dirty="0"/>
              <a:t>In the LUS, the </a:t>
            </a:r>
            <a:r>
              <a:rPr lang="en-US" sz="2400" b="1" dirty="0"/>
              <a:t>odds of having a higher disease score for pathogen group 2 (MAB) are 4.893 times the odds for pathogen group 1 (MAC) </a:t>
            </a:r>
            <a:r>
              <a:rPr lang="en-US" sz="2400" dirty="0"/>
              <a:t>(95% CI: 1.06, 22.59) (p=0.0384)</a:t>
            </a:r>
          </a:p>
        </p:txBody>
      </p:sp>
      <p:pic>
        <p:nvPicPr>
          <p:cNvPr id="8" name="Content Placeholder 7">
            <a:extLst>
              <a:ext uri="{FF2B5EF4-FFF2-40B4-BE49-F238E27FC236}">
                <a16:creationId xmlns:a16="http://schemas.microsoft.com/office/drawing/2014/main" id="{E8543061-CDED-595E-7D08-DB26B5EFA6E7}"/>
              </a:ext>
            </a:extLst>
          </p:cNvPr>
          <p:cNvPicPr>
            <a:picLocks noGrp="1" noChangeAspect="1"/>
          </p:cNvPicPr>
          <p:nvPr>
            <p:ph sz="half" idx="2"/>
          </p:nvPr>
        </p:nvPicPr>
        <p:blipFill>
          <a:blip r:embed="rId2"/>
          <a:stretch>
            <a:fillRect/>
          </a:stretch>
        </p:blipFill>
        <p:spPr>
          <a:xfrm>
            <a:off x="3293530" y="2708354"/>
            <a:ext cx="8893562" cy="2373233"/>
          </a:xfrm>
          <a:prstGeom prst="rect">
            <a:avLst/>
          </a:prstGeom>
        </p:spPr>
      </p:pic>
    </p:spTree>
    <p:extLst>
      <p:ext uri="{BB962C8B-B14F-4D97-AF65-F5344CB8AC3E}">
        <p14:creationId xmlns:p14="http://schemas.microsoft.com/office/powerpoint/2010/main" val="3209748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32792-79EA-7A6B-9136-77C071F51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D2072-292C-918E-FBAB-F86DC5DA604A}"/>
              </a:ext>
            </a:extLst>
          </p:cNvPr>
          <p:cNvSpPr>
            <a:spLocks noGrp="1"/>
          </p:cNvSpPr>
          <p:nvPr>
            <p:ph type="title"/>
          </p:nvPr>
        </p:nvSpPr>
        <p:spPr/>
        <p:txBody>
          <a:bodyPr/>
          <a:lstStyle/>
          <a:p>
            <a:r>
              <a:rPr lang="en-US" dirty="0"/>
              <a:t>Bronchiectasis</a:t>
            </a:r>
          </a:p>
        </p:txBody>
      </p:sp>
      <p:sp>
        <p:nvSpPr>
          <p:cNvPr id="3" name="Content Placeholder 2">
            <a:extLst>
              <a:ext uri="{FF2B5EF4-FFF2-40B4-BE49-F238E27FC236}">
                <a16:creationId xmlns:a16="http://schemas.microsoft.com/office/drawing/2014/main" id="{8108CE0D-F38D-4EB2-845C-C6932F7D4E30}"/>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Modeled using Approach 3</a:t>
            </a:r>
          </a:p>
          <a:p>
            <a:pPr>
              <a:buFont typeface="Arial" panose="020B0604020202020204" pitchFamily="34" charset="0"/>
              <a:buChar char="•"/>
            </a:pPr>
            <a:r>
              <a:rPr lang="en-US" sz="2800" dirty="0"/>
              <a:t>Type III Tests of the model’s fixed effects indicate a </a:t>
            </a:r>
            <a:r>
              <a:rPr lang="en-US" sz="2800" b="1" dirty="0"/>
              <a:t>significant interaction between lobe and pathogen group </a:t>
            </a:r>
            <a:r>
              <a:rPr lang="en-US" sz="2800" dirty="0"/>
              <a:t>(p=0.0109)</a:t>
            </a:r>
          </a:p>
          <a:p>
            <a:pPr>
              <a:buFont typeface="Arial" panose="020B0604020202020204" pitchFamily="34" charset="0"/>
              <a:buChar char="•"/>
            </a:pPr>
            <a:r>
              <a:rPr lang="en-US" sz="2800" dirty="0"/>
              <a:t>This means the effect of pathogen group is different depending on lung lobe, warranting post-hoc testing (see next slide)</a:t>
            </a:r>
          </a:p>
        </p:txBody>
      </p:sp>
      <p:pic>
        <p:nvPicPr>
          <p:cNvPr id="12" name="Content Placeholder 11">
            <a:extLst>
              <a:ext uri="{FF2B5EF4-FFF2-40B4-BE49-F238E27FC236}">
                <a16:creationId xmlns:a16="http://schemas.microsoft.com/office/drawing/2014/main" id="{8BA3776B-92CB-E8D0-1E38-63A2BDE4B762}"/>
              </a:ext>
            </a:extLst>
          </p:cNvPr>
          <p:cNvPicPr>
            <a:picLocks noGrp="1" noChangeAspect="1"/>
          </p:cNvPicPr>
          <p:nvPr>
            <p:ph sz="half" idx="2"/>
          </p:nvPr>
        </p:nvPicPr>
        <p:blipFill>
          <a:blip r:embed="rId2"/>
          <a:stretch>
            <a:fillRect/>
          </a:stretch>
        </p:blipFill>
        <p:spPr>
          <a:xfrm>
            <a:off x="6485755" y="2359818"/>
            <a:ext cx="4836612" cy="2138363"/>
          </a:xfrm>
          <a:prstGeom prst="rect">
            <a:avLst/>
          </a:prstGeom>
        </p:spPr>
      </p:pic>
    </p:spTree>
    <p:extLst>
      <p:ext uri="{BB962C8B-B14F-4D97-AF65-F5344CB8AC3E}">
        <p14:creationId xmlns:p14="http://schemas.microsoft.com/office/powerpoint/2010/main" val="247719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A7434-4635-D8E1-201D-F6A120930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470E3-A4E5-8F21-1D9E-AE77ABDEE2AC}"/>
              </a:ext>
            </a:extLst>
          </p:cNvPr>
          <p:cNvSpPr>
            <a:spLocks noGrp="1"/>
          </p:cNvSpPr>
          <p:nvPr>
            <p:ph type="title"/>
          </p:nvPr>
        </p:nvSpPr>
        <p:spPr/>
        <p:txBody>
          <a:bodyPr/>
          <a:lstStyle/>
          <a:p>
            <a:r>
              <a:rPr lang="en-US" dirty="0"/>
              <a:t>Bronchiectasis</a:t>
            </a:r>
          </a:p>
        </p:txBody>
      </p:sp>
      <p:sp>
        <p:nvSpPr>
          <p:cNvPr id="3" name="Content Placeholder 2">
            <a:extLst>
              <a:ext uri="{FF2B5EF4-FFF2-40B4-BE49-F238E27FC236}">
                <a16:creationId xmlns:a16="http://schemas.microsoft.com/office/drawing/2014/main" id="{E60D7854-E7C8-6821-B9EA-CC97804F26CE}"/>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Post-hoc testing revealed that the </a:t>
            </a:r>
            <a:r>
              <a:rPr lang="en-US" sz="2800" b="1" dirty="0"/>
              <a:t>differences between pathogen groups were significant overall in the RUL and LLS </a:t>
            </a:r>
            <a:r>
              <a:rPr lang="en-US" sz="2800" dirty="0"/>
              <a:t>(p=0.026 and p=0.0066, respectively)</a:t>
            </a:r>
          </a:p>
          <a:p>
            <a:pPr>
              <a:buFont typeface="Arial" panose="020B0604020202020204" pitchFamily="34" charset="0"/>
              <a:buChar char="•"/>
            </a:pPr>
            <a:r>
              <a:rPr lang="en-US" sz="2800" dirty="0"/>
              <a:t>Additional testing performed to see which pathogen groups significantly differ within these lobes (see next slides)</a:t>
            </a:r>
          </a:p>
        </p:txBody>
      </p:sp>
      <p:pic>
        <p:nvPicPr>
          <p:cNvPr id="5" name="Picture 4">
            <a:extLst>
              <a:ext uri="{FF2B5EF4-FFF2-40B4-BE49-F238E27FC236}">
                <a16:creationId xmlns:a16="http://schemas.microsoft.com/office/drawing/2014/main" id="{2F9CC9EF-F69D-B8F0-A19B-C113662F1C05}"/>
              </a:ext>
            </a:extLst>
          </p:cNvPr>
          <p:cNvPicPr>
            <a:picLocks noChangeAspect="1"/>
          </p:cNvPicPr>
          <p:nvPr/>
        </p:nvPicPr>
        <p:blipFill>
          <a:blip r:embed="rId2"/>
          <a:stretch>
            <a:fillRect/>
          </a:stretch>
        </p:blipFill>
        <p:spPr>
          <a:xfrm>
            <a:off x="6550327" y="2295498"/>
            <a:ext cx="5282765" cy="1291342"/>
          </a:xfrm>
          <a:prstGeom prst="rect">
            <a:avLst/>
          </a:prstGeom>
        </p:spPr>
      </p:pic>
      <p:pic>
        <p:nvPicPr>
          <p:cNvPr id="8" name="Picture 7">
            <a:extLst>
              <a:ext uri="{FF2B5EF4-FFF2-40B4-BE49-F238E27FC236}">
                <a16:creationId xmlns:a16="http://schemas.microsoft.com/office/drawing/2014/main" id="{B1A351D1-E679-DFE0-8EC8-FCC532CD9E9D}"/>
              </a:ext>
            </a:extLst>
          </p:cNvPr>
          <p:cNvPicPr>
            <a:picLocks noChangeAspect="1"/>
          </p:cNvPicPr>
          <p:nvPr/>
        </p:nvPicPr>
        <p:blipFill>
          <a:blip r:embed="rId3"/>
          <a:stretch>
            <a:fillRect/>
          </a:stretch>
        </p:blipFill>
        <p:spPr>
          <a:xfrm>
            <a:off x="6550327" y="4067147"/>
            <a:ext cx="5282765" cy="1320691"/>
          </a:xfrm>
          <a:prstGeom prst="rect">
            <a:avLst/>
          </a:prstGeom>
        </p:spPr>
      </p:pic>
    </p:spTree>
    <p:extLst>
      <p:ext uri="{BB962C8B-B14F-4D97-AF65-F5344CB8AC3E}">
        <p14:creationId xmlns:p14="http://schemas.microsoft.com/office/powerpoint/2010/main" val="69493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30CBA-156F-6351-5435-FCF49E0EB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ABCCC-9C72-A8FA-7B37-AF355467F5A1}"/>
              </a:ext>
            </a:extLst>
          </p:cNvPr>
          <p:cNvSpPr>
            <a:spLocks noGrp="1"/>
          </p:cNvSpPr>
          <p:nvPr>
            <p:ph type="title"/>
          </p:nvPr>
        </p:nvSpPr>
        <p:spPr/>
        <p:txBody>
          <a:bodyPr/>
          <a:lstStyle/>
          <a:p>
            <a:r>
              <a:rPr lang="en-US" dirty="0"/>
              <a:t>Bronchiectasis</a:t>
            </a:r>
          </a:p>
        </p:txBody>
      </p:sp>
      <p:sp>
        <p:nvSpPr>
          <p:cNvPr id="3" name="Content Placeholder 2">
            <a:extLst>
              <a:ext uri="{FF2B5EF4-FFF2-40B4-BE49-F238E27FC236}">
                <a16:creationId xmlns:a16="http://schemas.microsoft.com/office/drawing/2014/main" id="{74D462F1-A0BA-2565-FCBD-E97B63A971C8}"/>
              </a:ext>
            </a:extLst>
          </p:cNvPr>
          <p:cNvSpPr>
            <a:spLocks noGrp="1"/>
          </p:cNvSpPr>
          <p:nvPr>
            <p:ph sz="half" idx="1"/>
          </p:nvPr>
        </p:nvSpPr>
        <p:spPr>
          <a:xfrm>
            <a:off x="33122" y="2875598"/>
            <a:ext cx="3260408" cy="2245043"/>
          </a:xfrm>
        </p:spPr>
        <p:txBody>
          <a:bodyPr>
            <a:normAutofit/>
          </a:bodyPr>
          <a:lstStyle/>
          <a:p>
            <a:pPr>
              <a:buFont typeface="Arial" panose="020B0604020202020204" pitchFamily="34" charset="0"/>
              <a:buChar char="•"/>
            </a:pPr>
            <a:r>
              <a:rPr lang="en-US" sz="2400" dirty="0"/>
              <a:t>In the RUL, no comparisons remain significant after adjusting for multiple comparisons</a:t>
            </a:r>
          </a:p>
        </p:txBody>
      </p:sp>
      <p:pic>
        <p:nvPicPr>
          <p:cNvPr id="8" name="Content Placeholder 7">
            <a:extLst>
              <a:ext uri="{FF2B5EF4-FFF2-40B4-BE49-F238E27FC236}">
                <a16:creationId xmlns:a16="http://schemas.microsoft.com/office/drawing/2014/main" id="{676A23F3-D064-925A-51D1-BD33D0BCB180}"/>
              </a:ext>
            </a:extLst>
          </p:cNvPr>
          <p:cNvPicPr>
            <a:picLocks noGrp="1" noChangeAspect="1"/>
          </p:cNvPicPr>
          <p:nvPr>
            <p:ph sz="half" idx="2"/>
          </p:nvPr>
        </p:nvPicPr>
        <p:blipFill>
          <a:blip r:embed="rId2"/>
          <a:stretch>
            <a:fillRect/>
          </a:stretch>
        </p:blipFill>
        <p:spPr>
          <a:xfrm>
            <a:off x="3293530" y="2687752"/>
            <a:ext cx="8898470" cy="2359547"/>
          </a:xfrm>
          <a:prstGeom prst="rect">
            <a:avLst/>
          </a:prstGeom>
        </p:spPr>
      </p:pic>
    </p:spTree>
    <p:extLst>
      <p:ext uri="{BB962C8B-B14F-4D97-AF65-F5344CB8AC3E}">
        <p14:creationId xmlns:p14="http://schemas.microsoft.com/office/powerpoint/2010/main" val="2901359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4A8C-BF3B-050A-8152-AB07EA58B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1A9E5-F11E-6B46-B1AE-AF2A957CE40E}"/>
              </a:ext>
            </a:extLst>
          </p:cNvPr>
          <p:cNvSpPr>
            <a:spLocks noGrp="1"/>
          </p:cNvSpPr>
          <p:nvPr>
            <p:ph type="title"/>
          </p:nvPr>
        </p:nvSpPr>
        <p:spPr/>
        <p:txBody>
          <a:bodyPr/>
          <a:lstStyle/>
          <a:p>
            <a:r>
              <a:rPr lang="en-US" dirty="0"/>
              <a:t>Bronchiectasis</a:t>
            </a:r>
          </a:p>
        </p:txBody>
      </p:sp>
      <p:sp>
        <p:nvSpPr>
          <p:cNvPr id="3" name="Content Placeholder 2">
            <a:extLst>
              <a:ext uri="{FF2B5EF4-FFF2-40B4-BE49-F238E27FC236}">
                <a16:creationId xmlns:a16="http://schemas.microsoft.com/office/drawing/2014/main" id="{ADC0BEB9-EC6D-5519-BC20-65D47C310EDA}"/>
              </a:ext>
            </a:extLst>
          </p:cNvPr>
          <p:cNvSpPr>
            <a:spLocks noGrp="1"/>
          </p:cNvSpPr>
          <p:nvPr>
            <p:ph sz="half" idx="1"/>
          </p:nvPr>
        </p:nvSpPr>
        <p:spPr>
          <a:xfrm>
            <a:off x="33122" y="2128838"/>
            <a:ext cx="3260408" cy="4148137"/>
          </a:xfrm>
        </p:spPr>
        <p:txBody>
          <a:bodyPr>
            <a:normAutofit fontScale="92500" lnSpcReduction="10000"/>
          </a:bodyPr>
          <a:lstStyle/>
          <a:p>
            <a:pPr>
              <a:buFont typeface="Arial" panose="020B0604020202020204" pitchFamily="34" charset="0"/>
              <a:buChar char="•"/>
            </a:pPr>
            <a:r>
              <a:rPr lang="en-US" sz="2400" dirty="0"/>
              <a:t>In the LLS, the </a:t>
            </a:r>
            <a:r>
              <a:rPr lang="en-US" sz="2400" b="1" dirty="0"/>
              <a:t>odds of having a higher disease score for pathogen group 4 (Other) are 13.53 times the odds for pathogen group 1 (MAC) </a:t>
            </a:r>
            <a:r>
              <a:rPr lang="en-US" sz="2400" dirty="0"/>
              <a:t>(95% CI: 1.07, 170.8) (p=0.0415)</a:t>
            </a:r>
          </a:p>
          <a:p>
            <a:pPr>
              <a:buFont typeface="Arial" panose="020B0604020202020204" pitchFamily="34" charset="0"/>
              <a:buChar char="•"/>
            </a:pPr>
            <a:r>
              <a:rPr lang="en-US" sz="2400" dirty="0"/>
              <a:t>Similarly, the </a:t>
            </a:r>
            <a:r>
              <a:rPr lang="en-US" sz="2400" b="1" dirty="0"/>
              <a:t>odds of having a higher disease score for pathogen group 4 (Other) are 31.9 times the odds for pathogen group 3 (MAC+MAB) </a:t>
            </a:r>
            <a:r>
              <a:rPr lang="en-US" sz="2400" dirty="0"/>
              <a:t>(95% CI: 1.67, 608.4) (p=0.0137)</a:t>
            </a:r>
          </a:p>
          <a:p>
            <a:pPr>
              <a:buFont typeface="Arial" panose="020B0604020202020204" pitchFamily="34" charset="0"/>
              <a:buChar char="•"/>
            </a:pPr>
            <a:endParaRPr lang="en-US" sz="2400" dirty="0"/>
          </a:p>
        </p:txBody>
      </p:sp>
      <p:pic>
        <p:nvPicPr>
          <p:cNvPr id="7" name="Content Placeholder 6">
            <a:extLst>
              <a:ext uri="{FF2B5EF4-FFF2-40B4-BE49-F238E27FC236}">
                <a16:creationId xmlns:a16="http://schemas.microsoft.com/office/drawing/2014/main" id="{D744D091-4D0C-0092-6EFF-9DCB1DE84A13}"/>
              </a:ext>
            </a:extLst>
          </p:cNvPr>
          <p:cNvPicPr>
            <a:picLocks noGrp="1" noChangeAspect="1"/>
          </p:cNvPicPr>
          <p:nvPr>
            <p:ph sz="half" idx="2"/>
          </p:nvPr>
        </p:nvPicPr>
        <p:blipFill>
          <a:blip r:embed="rId2"/>
          <a:stretch>
            <a:fillRect/>
          </a:stretch>
        </p:blipFill>
        <p:spPr>
          <a:xfrm>
            <a:off x="3293530" y="2721158"/>
            <a:ext cx="8887643" cy="2380433"/>
          </a:xfrm>
          <a:prstGeom prst="rect">
            <a:avLst/>
          </a:prstGeom>
        </p:spPr>
      </p:pic>
    </p:spTree>
    <p:extLst>
      <p:ext uri="{BB962C8B-B14F-4D97-AF65-F5344CB8AC3E}">
        <p14:creationId xmlns:p14="http://schemas.microsoft.com/office/powerpoint/2010/main" val="2706282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1984-C757-B71C-4976-E37746C95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C2B3D-3362-116F-95CF-AB5758C12541}"/>
              </a:ext>
            </a:extLst>
          </p:cNvPr>
          <p:cNvSpPr>
            <a:spLocks noGrp="1"/>
          </p:cNvSpPr>
          <p:nvPr>
            <p:ph type="title"/>
          </p:nvPr>
        </p:nvSpPr>
        <p:spPr/>
        <p:txBody>
          <a:bodyPr/>
          <a:lstStyle/>
          <a:p>
            <a:r>
              <a:rPr lang="en-US" dirty="0"/>
              <a:t>Consolidation</a:t>
            </a:r>
          </a:p>
        </p:txBody>
      </p:sp>
      <p:sp>
        <p:nvSpPr>
          <p:cNvPr id="3" name="Content Placeholder 2">
            <a:extLst>
              <a:ext uri="{FF2B5EF4-FFF2-40B4-BE49-F238E27FC236}">
                <a16:creationId xmlns:a16="http://schemas.microsoft.com/office/drawing/2014/main" id="{0DE471A8-30D1-8789-8E65-60C3BEEEDBE1}"/>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Modeled using Approach 3</a:t>
            </a:r>
          </a:p>
          <a:p>
            <a:pPr>
              <a:buFont typeface="Arial" panose="020B0604020202020204" pitchFamily="34" charset="0"/>
              <a:buChar char="•"/>
            </a:pPr>
            <a:r>
              <a:rPr lang="en-US" sz="2800" dirty="0"/>
              <a:t>Type III Tests of the model’s fixed effects indicate no significant interaction or main effect for pathogen group (p=0.1501, p=0.5433, respectively).</a:t>
            </a:r>
          </a:p>
          <a:p>
            <a:pPr>
              <a:buFont typeface="Arial" panose="020B0604020202020204" pitchFamily="34" charset="0"/>
              <a:buChar char="•"/>
            </a:pPr>
            <a:r>
              <a:rPr lang="en-US" sz="2800" dirty="0"/>
              <a:t>We conclude that there is no evidence to suggest that disease severity differs among the pathogen groups for this feature</a:t>
            </a:r>
          </a:p>
        </p:txBody>
      </p:sp>
      <p:pic>
        <p:nvPicPr>
          <p:cNvPr id="7" name="Content Placeholder 6">
            <a:extLst>
              <a:ext uri="{FF2B5EF4-FFF2-40B4-BE49-F238E27FC236}">
                <a16:creationId xmlns:a16="http://schemas.microsoft.com/office/drawing/2014/main" id="{F45BA565-3160-71B1-94D7-AC9A2005D057}"/>
              </a:ext>
            </a:extLst>
          </p:cNvPr>
          <p:cNvPicPr>
            <a:picLocks noGrp="1" noChangeAspect="1"/>
          </p:cNvPicPr>
          <p:nvPr>
            <p:ph sz="half" idx="2"/>
          </p:nvPr>
        </p:nvPicPr>
        <p:blipFill>
          <a:blip r:embed="rId2"/>
          <a:stretch>
            <a:fillRect/>
          </a:stretch>
        </p:blipFill>
        <p:spPr>
          <a:xfrm>
            <a:off x="6430212" y="2450280"/>
            <a:ext cx="5171694" cy="2340796"/>
          </a:xfrm>
          <a:prstGeom prst="rect">
            <a:avLst/>
          </a:prstGeom>
        </p:spPr>
      </p:pic>
    </p:spTree>
    <p:extLst>
      <p:ext uri="{BB962C8B-B14F-4D97-AF65-F5344CB8AC3E}">
        <p14:creationId xmlns:p14="http://schemas.microsoft.com/office/powerpoint/2010/main" val="749946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E806D-F4A1-4D16-8C21-264256539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C58C8-54C9-B6FC-4B77-6E01CEE29BD6}"/>
              </a:ext>
            </a:extLst>
          </p:cNvPr>
          <p:cNvSpPr>
            <a:spLocks noGrp="1"/>
          </p:cNvSpPr>
          <p:nvPr>
            <p:ph type="title"/>
          </p:nvPr>
        </p:nvSpPr>
        <p:spPr/>
        <p:txBody>
          <a:bodyPr/>
          <a:lstStyle/>
          <a:p>
            <a:r>
              <a:rPr lang="en-US" dirty="0"/>
              <a:t>Ground-Glass Opacity</a:t>
            </a:r>
          </a:p>
        </p:txBody>
      </p:sp>
      <p:sp>
        <p:nvSpPr>
          <p:cNvPr id="3" name="Content Placeholder 2">
            <a:extLst>
              <a:ext uri="{FF2B5EF4-FFF2-40B4-BE49-F238E27FC236}">
                <a16:creationId xmlns:a16="http://schemas.microsoft.com/office/drawing/2014/main" id="{17B8A70F-4F95-58C8-7ABF-D659DCD34F30}"/>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Modeled using Approach 3</a:t>
            </a:r>
          </a:p>
          <a:p>
            <a:pPr>
              <a:buFont typeface="Arial" panose="020B0604020202020204" pitchFamily="34" charset="0"/>
              <a:buChar char="•"/>
            </a:pPr>
            <a:r>
              <a:rPr lang="en-US" sz="2800" dirty="0"/>
              <a:t>Type III Tests of the model’s fixed effects indicate no significant interaction or main effect for pathogen group (p=0.6656, p=0.9956, respectively).</a:t>
            </a:r>
          </a:p>
          <a:p>
            <a:pPr>
              <a:buFont typeface="Arial" panose="020B0604020202020204" pitchFamily="34" charset="0"/>
              <a:buChar char="•"/>
            </a:pPr>
            <a:r>
              <a:rPr lang="en-US" sz="2800" dirty="0"/>
              <a:t>We conclude that there is no evidence to suggest that disease severity differs among the pathogen groups for this feature</a:t>
            </a:r>
          </a:p>
        </p:txBody>
      </p:sp>
      <p:pic>
        <p:nvPicPr>
          <p:cNvPr id="8" name="Content Placeholder 7">
            <a:extLst>
              <a:ext uri="{FF2B5EF4-FFF2-40B4-BE49-F238E27FC236}">
                <a16:creationId xmlns:a16="http://schemas.microsoft.com/office/drawing/2014/main" id="{17E07832-3C5A-7837-1539-0F02720596EA}"/>
              </a:ext>
            </a:extLst>
          </p:cNvPr>
          <p:cNvPicPr>
            <a:picLocks noGrp="1" noChangeAspect="1"/>
          </p:cNvPicPr>
          <p:nvPr>
            <p:ph sz="half" idx="2"/>
          </p:nvPr>
        </p:nvPicPr>
        <p:blipFill>
          <a:blip r:embed="rId2"/>
          <a:stretch>
            <a:fillRect/>
          </a:stretch>
        </p:blipFill>
        <p:spPr>
          <a:xfrm>
            <a:off x="6156963" y="2532994"/>
            <a:ext cx="5536764" cy="2488434"/>
          </a:xfrm>
          <a:prstGeom prst="rect">
            <a:avLst/>
          </a:prstGeom>
        </p:spPr>
      </p:pic>
    </p:spTree>
    <p:extLst>
      <p:ext uri="{BB962C8B-B14F-4D97-AF65-F5344CB8AC3E}">
        <p14:creationId xmlns:p14="http://schemas.microsoft.com/office/powerpoint/2010/main" val="3355820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745F7-42D3-14AD-C4B7-18C0C4E41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3F338-7F4E-7BBC-BE57-A49605163551}"/>
              </a:ext>
            </a:extLst>
          </p:cNvPr>
          <p:cNvSpPr>
            <a:spLocks noGrp="1"/>
          </p:cNvSpPr>
          <p:nvPr>
            <p:ph type="title"/>
          </p:nvPr>
        </p:nvSpPr>
        <p:spPr/>
        <p:txBody>
          <a:bodyPr/>
          <a:lstStyle/>
          <a:p>
            <a:r>
              <a:rPr lang="en-US" dirty="0"/>
              <a:t>Large Nodules</a:t>
            </a:r>
          </a:p>
        </p:txBody>
      </p:sp>
      <p:sp>
        <p:nvSpPr>
          <p:cNvPr id="3" name="Content Placeholder 2">
            <a:extLst>
              <a:ext uri="{FF2B5EF4-FFF2-40B4-BE49-F238E27FC236}">
                <a16:creationId xmlns:a16="http://schemas.microsoft.com/office/drawing/2014/main" id="{054524E4-2D27-9B8A-B0B4-B9987DD55079}"/>
              </a:ext>
            </a:extLst>
          </p:cNvPr>
          <p:cNvSpPr>
            <a:spLocks noGrp="1"/>
          </p:cNvSpPr>
          <p:nvPr>
            <p:ph sz="half" idx="1"/>
          </p:nvPr>
        </p:nvSpPr>
        <p:spPr/>
        <p:txBody>
          <a:bodyPr>
            <a:normAutofit fontScale="77500" lnSpcReduction="20000"/>
          </a:bodyPr>
          <a:lstStyle/>
          <a:p>
            <a:pPr>
              <a:buFont typeface="Arial" panose="020B0604020202020204" pitchFamily="34" charset="0"/>
              <a:buChar char="•"/>
            </a:pPr>
            <a:r>
              <a:rPr lang="en-US" sz="2800" dirty="0"/>
              <a:t>Modeled using Approach 1</a:t>
            </a:r>
          </a:p>
          <a:p>
            <a:pPr>
              <a:buFont typeface="Arial" panose="020B0604020202020204" pitchFamily="34" charset="0"/>
              <a:buChar char="•"/>
            </a:pPr>
            <a:r>
              <a:rPr lang="en-US" sz="2800" dirty="0"/>
              <a:t>Excluded pathogen group 4 (Other) from analysis due to insufficient data (four of the six lobes had all 0 scores, see slide 9)</a:t>
            </a:r>
          </a:p>
          <a:p>
            <a:pPr>
              <a:buFont typeface="Arial" panose="020B0604020202020204" pitchFamily="34" charset="0"/>
              <a:buChar char="•"/>
            </a:pPr>
            <a:r>
              <a:rPr lang="en-US" sz="2800" dirty="0"/>
              <a:t>Type III Tests of the model’s fixed effects indicate no significant interaction or main effect for pathogen group (p=0.9632, p=0.1766, respectively).</a:t>
            </a:r>
          </a:p>
          <a:p>
            <a:pPr>
              <a:buFont typeface="Arial" panose="020B0604020202020204" pitchFamily="34" charset="0"/>
              <a:buChar char="•"/>
            </a:pPr>
            <a:r>
              <a:rPr lang="en-US" sz="2800" dirty="0"/>
              <a:t>We conclude that there is no evidence to suggest that disease severity differs among the pathogen groups for this feature</a:t>
            </a:r>
          </a:p>
        </p:txBody>
      </p:sp>
      <p:pic>
        <p:nvPicPr>
          <p:cNvPr id="7" name="Picture 6">
            <a:extLst>
              <a:ext uri="{FF2B5EF4-FFF2-40B4-BE49-F238E27FC236}">
                <a16:creationId xmlns:a16="http://schemas.microsoft.com/office/drawing/2014/main" id="{C6CAF041-7289-AE7C-76E3-98CE02C7A4CB}"/>
              </a:ext>
            </a:extLst>
          </p:cNvPr>
          <p:cNvPicPr>
            <a:picLocks noChangeAspect="1"/>
          </p:cNvPicPr>
          <p:nvPr/>
        </p:nvPicPr>
        <p:blipFill>
          <a:blip r:embed="rId2"/>
          <a:stretch>
            <a:fillRect/>
          </a:stretch>
        </p:blipFill>
        <p:spPr>
          <a:xfrm>
            <a:off x="6096000" y="2390722"/>
            <a:ext cx="5869155" cy="2619428"/>
          </a:xfrm>
          <a:prstGeom prst="rect">
            <a:avLst/>
          </a:prstGeom>
        </p:spPr>
      </p:pic>
    </p:spTree>
    <p:extLst>
      <p:ext uri="{BB962C8B-B14F-4D97-AF65-F5344CB8AC3E}">
        <p14:creationId xmlns:p14="http://schemas.microsoft.com/office/powerpoint/2010/main" val="2607876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BB7A8-B1E3-DAC0-277F-A44FC6E97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91B40-36C5-971D-0AF8-4DBE8804E833}"/>
              </a:ext>
            </a:extLst>
          </p:cNvPr>
          <p:cNvSpPr>
            <a:spLocks noGrp="1"/>
          </p:cNvSpPr>
          <p:nvPr>
            <p:ph type="title"/>
          </p:nvPr>
        </p:nvSpPr>
        <p:spPr/>
        <p:txBody>
          <a:bodyPr/>
          <a:lstStyle/>
          <a:p>
            <a:r>
              <a:rPr lang="en-US" dirty="0"/>
              <a:t>Thick Wall Cavity</a:t>
            </a:r>
          </a:p>
        </p:txBody>
      </p:sp>
      <p:sp>
        <p:nvSpPr>
          <p:cNvPr id="3" name="Content Placeholder 2">
            <a:extLst>
              <a:ext uri="{FF2B5EF4-FFF2-40B4-BE49-F238E27FC236}">
                <a16:creationId xmlns:a16="http://schemas.microsoft.com/office/drawing/2014/main" id="{68E6A3E8-BC73-865B-7718-46AABEB992CC}"/>
              </a:ext>
            </a:extLst>
          </p:cNvPr>
          <p:cNvSpPr>
            <a:spLocks noGrp="1"/>
          </p:cNvSpPr>
          <p:nvPr>
            <p:ph sz="half" idx="1"/>
          </p:nvPr>
        </p:nvSpPr>
        <p:spPr/>
        <p:txBody>
          <a:bodyPr>
            <a:normAutofit fontScale="77500" lnSpcReduction="20000"/>
          </a:bodyPr>
          <a:lstStyle/>
          <a:p>
            <a:pPr>
              <a:buFont typeface="Arial" panose="020B0604020202020204" pitchFamily="34" charset="0"/>
              <a:buChar char="•"/>
            </a:pPr>
            <a:r>
              <a:rPr lang="en-US" sz="2800" dirty="0"/>
              <a:t>Modeled using Approach 1</a:t>
            </a:r>
          </a:p>
          <a:p>
            <a:pPr>
              <a:buFont typeface="Arial" panose="020B0604020202020204" pitchFamily="34" charset="0"/>
              <a:buChar char="•"/>
            </a:pPr>
            <a:r>
              <a:rPr lang="en-US" sz="2800" dirty="0"/>
              <a:t>Excluded pathogen groups 3 (MAC + MAB) and 4 (Other) from analysis due to insufficient data (two of the six lobes had all 0 scores, see slide 10)</a:t>
            </a:r>
          </a:p>
          <a:p>
            <a:pPr>
              <a:buFont typeface="Arial" panose="020B0604020202020204" pitchFamily="34" charset="0"/>
              <a:buChar char="•"/>
            </a:pPr>
            <a:r>
              <a:rPr lang="en-US" sz="2800" dirty="0"/>
              <a:t>Type III Tests of the model’s fixed effects indicate no significant interaction or main effect for pathogen group (p=0.3856, p=0.1254, respectively).</a:t>
            </a:r>
          </a:p>
          <a:p>
            <a:pPr>
              <a:buFont typeface="Arial" panose="020B0604020202020204" pitchFamily="34" charset="0"/>
              <a:buChar char="•"/>
            </a:pPr>
            <a:r>
              <a:rPr lang="en-US" sz="2800" dirty="0"/>
              <a:t>We conclude that there is no evidence to suggest that disease severity differs among the pathogen groups for this feature</a:t>
            </a:r>
          </a:p>
        </p:txBody>
      </p:sp>
      <p:pic>
        <p:nvPicPr>
          <p:cNvPr id="5" name="Picture 4">
            <a:extLst>
              <a:ext uri="{FF2B5EF4-FFF2-40B4-BE49-F238E27FC236}">
                <a16:creationId xmlns:a16="http://schemas.microsoft.com/office/drawing/2014/main" id="{F6F8C114-8368-8F4C-FA89-A656C5BBE1CA}"/>
              </a:ext>
            </a:extLst>
          </p:cNvPr>
          <p:cNvPicPr>
            <a:picLocks noChangeAspect="1"/>
          </p:cNvPicPr>
          <p:nvPr/>
        </p:nvPicPr>
        <p:blipFill>
          <a:blip r:embed="rId2"/>
          <a:stretch>
            <a:fillRect/>
          </a:stretch>
        </p:blipFill>
        <p:spPr>
          <a:xfrm>
            <a:off x="6096000" y="2257368"/>
            <a:ext cx="5824302" cy="2709919"/>
          </a:xfrm>
          <a:prstGeom prst="rect">
            <a:avLst/>
          </a:prstGeom>
        </p:spPr>
      </p:pic>
    </p:spTree>
    <p:extLst>
      <p:ext uri="{BB962C8B-B14F-4D97-AF65-F5344CB8AC3E}">
        <p14:creationId xmlns:p14="http://schemas.microsoft.com/office/powerpoint/2010/main" val="4263607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47916-FBC5-94F7-D65F-E1845D8B2688}"/>
              </a:ext>
            </a:extLst>
          </p:cNvPr>
          <p:cNvSpPr>
            <a:spLocks noGrp="1"/>
          </p:cNvSpPr>
          <p:nvPr>
            <p:ph type="title"/>
          </p:nvPr>
        </p:nvSpPr>
        <p:spPr/>
        <p:txBody>
          <a:bodyPr/>
          <a:lstStyle/>
          <a:p>
            <a:r>
              <a:rPr lang="en-US" dirty="0"/>
              <a:t>Thin Wall Cavity</a:t>
            </a:r>
          </a:p>
        </p:txBody>
      </p:sp>
      <p:sp>
        <p:nvSpPr>
          <p:cNvPr id="3" name="Content Placeholder 2">
            <a:extLst>
              <a:ext uri="{FF2B5EF4-FFF2-40B4-BE49-F238E27FC236}">
                <a16:creationId xmlns:a16="http://schemas.microsoft.com/office/drawing/2014/main" id="{D5DA24A5-6D8A-5D62-E953-9197AFABBC8D}"/>
              </a:ext>
            </a:extLst>
          </p:cNvPr>
          <p:cNvSpPr>
            <a:spLocks noGrp="1"/>
          </p:cNvSpPr>
          <p:nvPr>
            <p:ph idx="1"/>
          </p:nvPr>
        </p:nvSpPr>
        <p:spPr/>
        <p:txBody>
          <a:bodyPr>
            <a:normAutofit/>
          </a:bodyPr>
          <a:lstStyle/>
          <a:p>
            <a:r>
              <a:rPr lang="en-US" sz="2400" dirty="0"/>
              <a:t>Scores of “1” for this feature were too rare to fit a regression model with stable estimates (see slide 11). Instead, </a:t>
            </a:r>
            <a:r>
              <a:rPr lang="en-US" sz="2400" b="1" dirty="0"/>
              <a:t>Fisher's Exact Test</a:t>
            </a:r>
            <a:r>
              <a:rPr lang="en-US" sz="2400" dirty="0"/>
              <a:t> was used to test if the score's distribution was independent of the pathogen group within each lobe. This test calculates the exact probability of observing the data's pattern assuming no real association exists.</a:t>
            </a:r>
          </a:p>
          <a:p>
            <a:r>
              <a:rPr lang="en-US" sz="2400" dirty="0"/>
              <a:t>A statistically significant association was found in four lobes: the </a:t>
            </a:r>
            <a:r>
              <a:rPr lang="en-US" sz="2400" b="1" dirty="0"/>
              <a:t>RUL</a:t>
            </a:r>
            <a:r>
              <a:rPr lang="en-US" sz="2400" dirty="0"/>
              <a:t> (p=0.005), </a:t>
            </a:r>
            <a:r>
              <a:rPr lang="en-US" sz="2400" b="1" dirty="0"/>
              <a:t>RML</a:t>
            </a:r>
            <a:r>
              <a:rPr lang="en-US" sz="2400" dirty="0"/>
              <a:t> (p&lt;0.0001), </a:t>
            </a:r>
            <a:r>
              <a:rPr lang="en-US" sz="2400" b="1" dirty="0"/>
              <a:t>LUS</a:t>
            </a:r>
            <a:r>
              <a:rPr lang="en-US" sz="2400" dirty="0"/>
              <a:t> (p=0.0216), and </a:t>
            </a:r>
            <a:r>
              <a:rPr lang="en-US" sz="2400" b="1" dirty="0"/>
              <a:t>LLS</a:t>
            </a:r>
            <a:r>
              <a:rPr lang="en-US" sz="2400" dirty="0"/>
              <a:t> (p=0.0326). These results indicate that the observed clustering of positive scores within certain pathogen groups is unlikely to be due to random chance. Although a statistical association is present, I suggest interpreting with caution due to the extreme data sparsity.</a:t>
            </a:r>
          </a:p>
          <a:p>
            <a:endParaRPr lang="en-US" sz="2400" dirty="0"/>
          </a:p>
        </p:txBody>
      </p:sp>
    </p:spTree>
    <p:extLst>
      <p:ext uri="{BB962C8B-B14F-4D97-AF65-F5344CB8AC3E}">
        <p14:creationId xmlns:p14="http://schemas.microsoft.com/office/powerpoint/2010/main" val="4138387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F495-0763-CB56-D471-6EB318D8A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B576A-C05A-2D62-B314-0994BAE4EAAC}"/>
              </a:ext>
            </a:extLst>
          </p:cNvPr>
          <p:cNvSpPr>
            <a:spLocks noGrp="1"/>
          </p:cNvSpPr>
          <p:nvPr>
            <p:ph type="title"/>
          </p:nvPr>
        </p:nvSpPr>
        <p:spPr/>
        <p:txBody>
          <a:bodyPr/>
          <a:lstStyle/>
          <a:p>
            <a:r>
              <a:rPr lang="en-US" dirty="0"/>
              <a:t>Tree-In-Bud</a:t>
            </a:r>
          </a:p>
        </p:txBody>
      </p:sp>
      <p:sp>
        <p:nvSpPr>
          <p:cNvPr id="3" name="Content Placeholder 2">
            <a:extLst>
              <a:ext uri="{FF2B5EF4-FFF2-40B4-BE49-F238E27FC236}">
                <a16:creationId xmlns:a16="http://schemas.microsoft.com/office/drawing/2014/main" id="{509D5378-B6CA-C9A4-6C83-743103A98CA8}"/>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Modeled using Approach 3</a:t>
            </a:r>
          </a:p>
          <a:p>
            <a:pPr>
              <a:buFont typeface="Arial" panose="020B0604020202020204" pitchFamily="34" charset="0"/>
              <a:buChar char="•"/>
            </a:pPr>
            <a:r>
              <a:rPr lang="en-US" sz="2800" dirty="0"/>
              <a:t>Type III Tests of the model’s fixed effects indicate a </a:t>
            </a:r>
            <a:r>
              <a:rPr lang="en-US" sz="2800" b="1" dirty="0"/>
              <a:t>significant interaction between lobe and pathogen group</a:t>
            </a:r>
            <a:r>
              <a:rPr lang="en-US" sz="2800" dirty="0"/>
              <a:t> (p=0.0009)</a:t>
            </a:r>
          </a:p>
          <a:p>
            <a:pPr>
              <a:buFont typeface="Arial" panose="020B0604020202020204" pitchFamily="34" charset="0"/>
              <a:buChar char="•"/>
            </a:pPr>
            <a:r>
              <a:rPr lang="en-US" sz="2800" dirty="0"/>
              <a:t>This means the effect of pathogen group is different depending on lung lobe, warranting post-hoc testing (see next slide)</a:t>
            </a:r>
          </a:p>
        </p:txBody>
      </p:sp>
      <p:pic>
        <p:nvPicPr>
          <p:cNvPr id="6" name="Content Placeholder 5">
            <a:extLst>
              <a:ext uri="{FF2B5EF4-FFF2-40B4-BE49-F238E27FC236}">
                <a16:creationId xmlns:a16="http://schemas.microsoft.com/office/drawing/2014/main" id="{E5C3704F-6106-FE08-86A8-66B60E83B9ED}"/>
              </a:ext>
            </a:extLst>
          </p:cNvPr>
          <p:cNvPicPr>
            <a:picLocks noGrp="1" noChangeAspect="1"/>
          </p:cNvPicPr>
          <p:nvPr>
            <p:ph sz="half" idx="2"/>
          </p:nvPr>
        </p:nvPicPr>
        <p:blipFill>
          <a:blip r:embed="rId2"/>
          <a:stretch>
            <a:fillRect/>
          </a:stretch>
        </p:blipFill>
        <p:spPr>
          <a:xfrm>
            <a:off x="6397162" y="2433100"/>
            <a:ext cx="5323843" cy="2445080"/>
          </a:xfrm>
          <a:prstGeom prst="rect">
            <a:avLst/>
          </a:prstGeom>
        </p:spPr>
      </p:pic>
    </p:spTree>
    <p:extLst>
      <p:ext uri="{BB962C8B-B14F-4D97-AF65-F5344CB8AC3E}">
        <p14:creationId xmlns:p14="http://schemas.microsoft.com/office/powerpoint/2010/main" val="3331784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B871B-29AB-23AF-09EF-5D9E07B2EC96}"/>
              </a:ext>
            </a:extLst>
          </p:cNvPr>
          <p:cNvSpPr>
            <a:spLocks noGrp="1"/>
          </p:cNvSpPr>
          <p:nvPr>
            <p:ph type="title"/>
          </p:nvPr>
        </p:nvSpPr>
        <p:spPr/>
        <p:txBody>
          <a:bodyPr/>
          <a:lstStyle/>
          <a:p>
            <a:r>
              <a:rPr lang="en-US" dirty="0"/>
              <a:t>Tree-In-Bud</a:t>
            </a:r>
          </a:p>
        </p:txBody>
      </p:sp>
      <p:sp>
        <p:nvSpPr>
          <p:cNvPr id="3" name="Content Placeholder 2">
            <a:extLst>
              <a:ext uri="{FF2B5EF4-FFF2-40B4-BE49-F238E27FC236}">
                <a16:creationId xmlns:a16="http://schemas.microsoft.com/office/drawing/2014/main" id="{BB1FCE39-0A28-7FAE-3637-635305E29A4A}"/>
              </a:ext>
            </a:extLst>
          </p:cNvPr>
          <p:cNvSpPr>
            <a:spLocks noGrp="1"/>
          </p:cNvSpPr>
          <p:nvPr>
            <p:ph sz="half" idx="1"/>
          </p:nvPr>
        </p:nvSpPr>
        <p:spPr/>
        <p:txBody>
          <a:bodyPr>
            <a:normAutofit lnSpcReduction="10000"/>
          </a:bodyPr>
          <a:lstStyle/>
          <a:p>
            <a:pPr>
              <a:buFont typeface="Arial" panose="020B0604020202020204" pitchFamily="34" charset="0"/>
              <a:buChar char="•"/>
            </a:pPr>
            <a:r>
              <a:rPr lang="en-US" sz="2800" dirty="0"/>
              <a:t>Post-hoc testing revealed that the </a:t>
            </a:r>
            <a:r>
              <a:rPr lang="en-US" sz="2800" b="1" dirty="0"/>
              <a:t>differences between pathogen groups were significant overall in the RUL and RLL </a:t>
            </a:r>
            <a:r>
              <a:rPr lang="en-US" sz="2800" dirty="0"/>
              <a:t>(p=0.0341 and p=0.0246, respectively)</a:t>
            </a:r>
          </a:p>
          <a:p>
            <a:pPr>
              <a:buFont typeface="Arial" panose="020B0604020202020204" pitchFamily="34" charset="0"/>
              <a:buChar char="•"/>
            </a:pPr>
            <a:r>
              <a:rPr lang="en-US" sz="2800" dirty="0"/>
              <a:t>Additional testing performed to see which pathogen groups significantly differ within these lobes (see next slides)</a:t>
            </a:r>
          </a:p>
        </p:txBody>
      </p:sp>
      <p:pic>
        <p:nvPicPr>
          <p:cNvPr id="10" name="Content Placeholder 9">
            <a:extLst>
              <a:ext uri="{FF2B5EF4-FFF2-40B4-BE49-F238E27FC236}">
                <a16:creationId xmlns:a16="http://schemas.microsoft.com/office/drawing/2014/main" id="{A9CE9201-A8A8-9466-8FFD-D1C62AAD73C0}"/>
              </a:ext>
            </a:extLst>
          </p:cNvPr>
          <p:cNvPicPr>
            <a:picLocks noGrp="1" noChangeAspect="1"/>
          </p:cNvPicPr>
          <p:nvPr>
            <p:ph sz="half" idx="2"/>
          </p:nvPr>
        </p:nvPicPr>
        <p:blipFill>
          <a:blip r:embed="rId2"/>
          <a:stretch>
            <a:fillRect/>
          </a:stretch>
        </p:blipFill>
        <p:spPr bwMode="auto">
          <a:xfrm>
            <a:off x="6550327" y="3857414"/>
            <a:ext cx="5282765" cy="134040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011029BC-870D-A3D3-30E3-6E52C302229C}"/>
              </a:ext>
            </a:extLst>
          </p:cNvPr>
          <p:cNvPicPr>
            <a:picLocks noChangeAspect="1"/>
          </p:cNvPicPr>
          <p:nvPr/>
        </p:nvPicPr>
        <p:blipFill>
          <a:blip r:embed="rId3"/>
          <a:stretch>
            <a:fillRect/>
          </a:stretch>
        </p:blipFill>
        <p:spPr>
          <a:xfrm>
            <a:off x="6550327" y="2243585"/>
            <a:ext cx="5361614" cy="1340403"/>
          </a:xfrm>
          <a:prstGeom prst="rect">
            <a:avLst/>
          </a:prstGeom>
        </p:spPr>
      </p:pic>
    </p:spTree>
    <p:extLst>
      <p:ext uri="{BB962C8B-B14F-4D97-AF65-F5344CB8AC3E}">
        <p14:creationId xmlns:p14="http://schemas.microsoft.com/office/powerpoint/2010/main" val="1030211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3ADE-1E6B-86C7-85E9-634CD6D01E7B}"/>
              </a:ext>
            </a:extLst>
          </p:cNvPr>
          <p:cNvSpPr>
            <a:spLocks noGrp="1"/>
          </p:cNvSpPr>
          <p:nvPr>
            <p:ph type="title"/>
          </p:nvPr>
        </p:nvSpPr>
        <p:spPr/>
        <p:txBody>
          <a:bodyPr/>
          <a:lstStyle/>
          <a:p>
            <a:r>
              <a:rPr lang="en-US" dirty="0"/>
              <a:t>Tree-In-Bud</a:t>
            </a:r>
          </a:p>
        </p:txBody>
      </p:sp>
      <p:sp>
        <p:nvSpPr>
          <p:cNvPr id="3" name="Content Placeholder 2">
            <a:extLst>
              <a:ext uri="{FF2B5EF4-FFF2-40B4-BE49-F238E27FC236}">
                <a16:creationId xmlns:a16="http://schemas.microsoft.com/office/drawing/2014/main" id="{4091F367-EBAF-1A32-914C-24B6AF95BC0A}"/>
              </a:ext>
            </a:extLst>
          </p:cNvPr>
          <p:cNvSpPr>
            <a:spLocks noGrp="1"/>
          </p:cNvSpPr>
          <p:nvPr>
            <p:ph sz="half" idx="1"/>
          </p:nvPr>
        </p:nvSpPr>
        <p:spPr>
          <a:xfrm>
            <a:off x="31175" y="2130743"/>
            <a:ext cx="3260408" cy="3708082"/>
          </a:xfrm>
        </p:spPr>
        <p:txBody>
          <a:bodyPr>
            <a:normAutofit/>
          </a:bodyPr>
          <a:lstStyle/>
          <a:p>
            <a:pPr>
              <a:buFont typeface="Arial" panose="020B0604020202020204" pitchFamily="34" charset="0"/>
              <a:buChar char="•"/>
            </a:pPr>
            <a:r>
              <a:rPr lang="en-US" sz="2400" dirty="0"/>
              <a:t>Further testing indicates that in the RUL, the </a:t>
            </a:r>
            <a:r>
              <a:rPr lang="en-US" sz="2400" b="1" dirty="0"/>
              <a:t>odds of having a higher disease score for pathogen group 3 (MAC+MAB) are 5.27 times the odds for pathogen group 1 (MAC) </a:t>
            </a:r>
            <a:r>
              <a:rPr lang="en-US" sz="2400" dirty="0"/>
              <a:t>(95% CI: 1.12, 24.72) (p=0.0292)</a:t>
            </a:r>
          </a:p>
        </p:txBody>
      </p:sp>
      <p:pic>
        <p:nvPicPr>
          <p:cNvPr id="6" name="Content Placeholder 5">
            <a:extLst>
              <a:ext uri="{FF2B5EF4-FFF2-40B4-BE49-F238E27FC236}">
                <a16:creationId xmlns:a16="http://schemas.microsoft.com/office/drawing/2014/main" id="{6E100F69-22AD-ADB1-F84D-3696F3817C52}"/>
              </a:ext>
            </a:extLst>
          </p:cNvPr>
          <p:cNvPicPr>
            <a:picLocks noGrp="1" noChangeAspect="1"/>
          </p:cNvPicPr>
          <p:nvPr>
            <p:ph sz="half" idx="2"/>
          </p:nvPr>
        </p:nvPicPr>
        <p:blipFill>
          <a:blip r:embed="rId2"/>
          <a:stretch>
            <a:fillRect/>
          </a:stretch>
        </p:blipFill>
        <p:spPr>
          <a:xfrm>
            <a:off x="3278246" y="2728914"/>
            <a:ext cx="8882579" cy="2391728"/>
          </a:xfrm>
          <a:prstGeom prst="rect">
            <a:avLst/>
          </a:prstGeom>
        </p:spPr>
      </p:pic>
    </p:spTree>
    <p:extLst>
      <p:ext uri="{BB962C8B-B14F-4D97-AF65-F5344CB8AC3E}">
        <p14:creationId xmlns:p14="http://schemas.microsoft.com/office/powerpoint/2010/main" val="146257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34F22-36DA-EE14-2831-9E69275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2E6E4-49BC-60B2-A11F-5A488FF70513}"/>
              </a:ext>
            </a:extLst>
          </p:cNvPr>
          <p:cNvSpPr>
            <a:spLocks noGrp="1"/>
          </p:cNvSpPr>
          <p:nvPr>
            <p:ph type="title"/>
          </p:nvPr>
        </p:nvSpPr>
        <p:spPr/>
        <p:txBody>
          <a:bodyPr/>
          <a:lstStyle/>
          <a:p>
            <a:r>
              <a:rPr lang="en-US" dirty="0"/>
              <a:t>Tree-In-Bud</a:t>
            </a:r>
          </a:p>
        </p:txBody>
      </p:sp>
      <p:sp>
        <p:nvSpPr>
          <p:cNvPr id="3" name="Content Placeholder 2">
            <a:extLst>
              <a:ext uri="{FF2B5EF4-FFF2-40B4-BE49-F238E27FC236}">
                <a16:creationId xmlns:a16="http://schemas.microsoft.com/office/drawing/2014/main" id="{04B126ED-75B8-8F3D-6738-F5F0411FF349}"/>
              </a:ext>
            </a:extLst>
          </p:cNvPr>
          <p:cNvSpPr>
            <a:spLocks noGrp="1"/>
          </p:cNvSpPr>
          <p:nvPr>
            <p:ph sz="half" idx="1"/>
          </p:nvPr>
        </p:nvSpPr>
        <p:spPr>
          <a:xfrm>
            <a:off x="31175" y="2802256"/>
            <a:ext cx="3047687" cy="2245043"/>
          </a:xfrm>
        </p:spPr>
        <p:txBody>
          <a:bodyPr/>
          <a:lstStyle/>
          <a:p>
            <a:pPr>
              <a:buFont typeface="Arial" panose="020B0604020202020204" pitchFamily="34" charset="0"/>
              <a:buChar char="•"/>
            </a:pPr>
            <a:r>
              <a:rPr lang="en-US" dirty="0"/>
              <a:t>In the RLL, no comparisons remain significant after adjusting for multiple comparisons</a:t>
            </a:r>
          </a:p>
        </p:txBody>
      </p:sp>
      <p:pic>
        <p:nvPicPr>
          <p:cNvPr id="5" name="Picture 4">
            <a:extLst>
              <a:ext uri="{FF2B5EF4-FFF2-40B4-BE49-F238E27FC236}">
                <a16:creationId xmlns:a16="http://schemas.microsoft.com/office/drawing/2014/main" id="{4FF3DB94-D3F5-8C34-18B3-0CF203561046}"/>
              </a:ext>
            </a:extLst>
          </p:cNvPr>
          <p:cNvPicPr>
            <a:picLocks noChangeAspect="1"/>
          </p:cNvPicPr>
          <p:nvPr/>
        </p:nvPicPr>
        <p:blipFill>
          <a:blip r:embed="rId2"/>
          <a:stretch>
            <a:fillRect/>
          </a:stretch>
        </p:blipFill>
        <p:spPr>
          <a:xfrm>
            <a:off x="3078862" y="2557463"/>
            <a:ext cx="9113138" cy="2428988"/>
          </a:xfrm>
          <a:prstGeom prst="rect">
            <a:avLst/>
          </a:prstGeom>
        </p:spPr>
      </p:pic>
    </p:spTree>
    <p:extLst>
      <p:ext uri="{BB962C8B-B14F-4D97-AF65-F5344CB8AC3E}">
        <p14:creationId xmlns:p14="http://schemas.microsoft.com/office/powerpoint/2010/main" val="320159855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5813</TotalTime>
  <Words>1308</Words>
  <Application>Microsoft Office PowerPoint</Application>
  <PresentationFormat>Widescreen</PresentationFormat>
  <Paragraphs>73</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Cambria Math</vt:lpstr>
      <vt:lpstr>Retrospect</vt:lpstr>
      <vt:lpstr>Examining Differences in Lobar Severity of Disease by Causal Culture</vt:lpstr>
      <vt:lpstr>Descriptive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Model-Based Analysis</vt:lpstr>
      <vt:lpstr>Modeling Approach 1 – (Binary) Logistic Regression</vt:lpstr>
      <vt:lpstr>Modeling Approach 2  – Ordinal Logistic Regression (Reduced)</vt:lpstr>
      <vt:lpstr>Modeling Approach 3  – Ordinal Logistic Regression (Full)</vt:lpstr>
      <vt:lpstr>Atelectasis</vt:lpstr>
      <vt:lpstr>Atelectasis</vt:lpstr>
      <vt:lpstr>Atelectasis</vt:lpstr>
      <vt:lpstr>Bronchiectasis</vt:lpstr>
      <vt:lpstr>Bronchiectasis</vt:lpstr>
      <vt:lpstr>Bronchiectasis</vt:lpstr>
      <vt:lpstr>Bronchiectasis</vt:lpstr>
      <vt:lpstr>Consolidation</vt:lpstr>
      <vt:lpstr>Ground-Glass Opacity</vt:lpstr>
      <vt:lpstr>Large Nodules</vt:lpstr>
      <vt:lpstr>Thick Wall Cavity</vt:lpstr>
      <vt:lpstr>Thin Wall Cavity</vt:lpstr>
      <vt:lpstr>Tree-In-Bud</vt:lpstr>
      <vt:lpstr>Tree-In-Bud</vt:lpstr>
      <vt:lpstr>Tree-In-Bud</vt:lpstr>
      <vt:lpstr>Tree-In-Bud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 Bosko</dc:creator>
  <cp:lastModifiedBy>Edward Bosko</cp:lastModifiedBy>
  <cp:revision>1</cp:revision>
  <dcterms:created xsi:type="dcterms:W3CDTF">2025-09-22T06:54:15Z</dcterms:created>
  <dcterms:modified xsi:type="dcterms:W3CDTF">2025-09-29T20:01:56Z</dcterms:modified>
</cp:coreProperties>
</file>